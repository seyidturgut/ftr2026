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sldIdLst>
    <p:sldId id="257" r:id="rId2"/>
    <p:sldId id="259" r:id="rId3"/>
    <p:sldId id="258" r:id="rId4"/>
    <p:sldId id="261" r:id="rId5"/>
    <p:sldId id="262" r:id="rId6"/>
    <p:sldId id="318" r:id="rId7"/>
    <p:sldId id="319" r:id="rId8"/>
    <p:sldId id="320" r:id="rId9"/>
    <p:sldId id="321" r:id="rId10"/>
    <p:sldId id="322" r:id="rId11"/>
    <p:sldId id="323" r:id="rId12"/>
    <p:sldId id="324" r:id="rId13"/>
    <p:sldId id="325" r:id="rId14"/>
    <p:sldId id="326" r:id="rId15"/>
    <p:sldId id="327" r:id="rId16"/>
    <p:sldId id="328" r:id="rId17"/>
    <p:sldId id="329" r:id="rId18"/>
    <p:sldId id="330" r:id="rId19"/>
    <p:sldId id="331" r:id="rId20"/>
    <p:sldId id="332" r:id="rId21"/>
    <p:sldId id="333" r:id="rId22"/>
    <p:sldId id="334" r:id="rId23"/>
    <p:sldId id="335" r:id="rId24"/>
    <p:sldId id="336" r:id="rId25"/>
    <p:sldId id="337" r:id="rId26"/>
    <p:sldId id="338" r:id="rId27"/>
    <p:sldId id="339" r:id="rId28"/>
    <p:sldId id="340" r:id="rId29"/>
    <p:sldId id="341" r:id="rId30"/>
    <p:sldId id="342" r:id="rId31"/>
    <p:sldId id="343" r:id="rId32"/>
    <p:sldId id="344" r:id="rId33"/>
    <p:sldId id="316" r:id="rId34"/>
    <p:sldId id="317" r:id="rId35"/>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0" d="100"/>
          <a:sy n="60" d="100"/>
        </p:scale>
        <p:origin x="-828" y="-48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aşlık Slaydı">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827584" y="5157192"/>
            <a:ext cx="7681913" cy="461665"/>
          </a:xfrm>
        </p:spPr>
        <p:txBody>
          <a:bodyPr>
            <a:noAutofit/>
          </a:bodyPr>
          <a:lstStyle>
            <a:lvl1pPr marL="0" indent="0" algn="ctr">
              <a:lnSpc>
                <a:spcPct val="90000"/>
              </a:lnSpc>
              <a:spcBef>
                <a:spcPts val="300"/>
              </a:spcBef>
              <a:buNone/>
              <a:defRPr sz="2700" b="1" baseline="0">
                <a:solidFill>
                  <a:schemeClr val="bg1">
                    <a:lumMod val="65000"/>
                    <a:lumOff val="35000"/>
                  </a:schemeClr>
                </a:solidFill>
                <a:latin typeface="+mj-lt"/>
                <a:ea typeface="Segoe UI" pitchFamily="34" charset="0"/>
                <a:cs typeface="Segoe UI" pitchFamily="34" charset="0"/>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tr-TR" dirty="0" smtClean="0"/>
              <a:t>Yazar Adını Yazınız</a:t>
            </a:r>
            <a:endParaRPr lang="en-US" dirty="0"/>
          </a:p>
        </p:txBody>
      </p:sp>
      <p:sp>
        <p:nvSpPr>
          <p:cNvPr id="4" name="Title 1"/>
          <p:cNvSpPr>
            <a:spLocks noGrp="1"/>
          </p:cNvSpPr>
          <p:nvPr>
            <p:ph type="ctrTitle" hasCustomPrompt="1"/>
          </p:nvPr>
        </p:nvSpPr>
        <p:spPr>
          <a:xfrm>
            <a:off x="323528" y="764704"/>
            <a:ext cx="8424936" cy="3600400"/>
          </a:xfrm>
          <a:prstGeom prst="rect">
            <a:avLst/>
          </a:prstGeom>
        </p:spPr>
        <p:txBody>
          <a:bodyPr anchor="ctr" anchorCtr="0">
            <a:noAutofit/>
          </a:bodyPr>
          <a:lstStyle>
            <a:lvl1pPr algn="ctr">
              <a:lnSpc>
                <a:spcPct val="110000"/>
              </a:lnSpc>
              <a:defRPr sz="6600" b="1" baseline="0">
                <a:latin typeface="+mj-lt"/>
              </a:defRPr>
            </a:lvl1pPr>
          </a:lstStyle>
          <a:p>
            <a:r>
              <a:rPr lang="tr-TR" dirty="0" smtClean="0"/>
              <a:t>SEMİNER BAŞLIĞINI YAZINIZ</a:t>
            </a:r>
            <a:endParaRPr lang="en-US"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teratürKapak">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539552" y="6021288"/>
            <a:ext cx="8136904" cy="461665"/>
          </a:xfrm>
        </p:spPr>
        <p:txBody>
          <a:bodyPr>
            <a:noAutofit/>
          </a:bodyPr>
          <a:lstStyle>
            <a:lvl1pPr marL="0" indent="0" algn="ctr">
              <a:lnSpc>
                <a:spcPct val="90000"/>
              </a:lnSpc>
              <a:spcBef>
                <a:spcPts val="0"/>
              </a:spcBef>
              <a:buNone/>
              <a:defRPr sz="2800" b="1" baseline="0">
                <a:solidFill>
                  <a:schemeClr val="bg1">
                    <a:lumMod val="75000"/>
                    <a:lumOff val="25000"/>
                  </a:schemeClr>
                </a:solidFill>
                <a:latin typeface="+mj-lt"/>
                <a:ea typeface="Segoe UI" pitchFamily="34" charset="0"/>
                <a:cs typeface="Segoe UI" pitchFamily="34" charset="0"/>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tr-TR" dirty="0" smtClean="0"/>
              <a:t>Yazar Adını Yazın</a:t>
            </a:r>
            <a:endParaRPr lang="en-US" dirty="0"/>
          </a:p>
        </p:txBody>
      </p:sp>
      <p:sp>
        <p:nvSpPr>
          <p:cNvPr id="4" name="Title 1"/>
          <p:cNvSpPr>
            <a:spLocks noGrp="1"/>
          </p:cNvSpPr>
          <p:nvPr>
            <p:ph type="ctrTitle" hasCustomPrompt="1"/>
          </p:nvPr>
        </p:nvSpPr>
        <p:spPr>
          <a:xfrm>
            <a:off x="539552" y="3789040"/>
            <a:ext cx="8136904" cy="1368152"/>
          </a:xfrm>
          <a:prstGeom prst="rect">
            <a:avLst/>
          </a:prstGeom>
        </p:spPr>
        <p:txBody>
          <a:bodyPr anchor="ctr" anchorCtr="0">
            <a:noAutofit/>
          </a:bodyPr>
          <a:lstStyle>
            <a:lvl1pPr algn="ctr">
              <a:lnSpc>
                <a:spcPct val="90000"/>
              </a:lnSpc>
              <a:defRPr sz="4500" b="1">
                <a:latin typeface="+mj-lt"/>
              </a:defRPr>
            </a:lvl1pPr>
          </a:lstStyle>
          <a:p>
            <a:r>
              <a:rPr lang="tr-TR" dirty="0" smtClean="0"/>
              <a:t>Literatürün Adını Yazın</a:t>
            </a:r>
            <a:endParaRPr lang="en-US" dirty="0"/>
          </a:p>
        </p:txBody>
      </p:sp>
      <p:sp>
        <p:nvSpPr>
          <p:cNvPr id="5" name="Title 1"/>
          <p:cNvSpPr txBox="1">
            <a:spLocks/>
          </p:cNvSpPr>
          <p:nvPr/>
        </p:nvSpPr>
        <p:spPr>
          <a:xfrm>
            <a:off x="985176" y="260647"/>
            <a:ext cx="7043208" cy="576065"/>
          </a:xfrm>
          <a:prstGeom prst="rect">
            <a:avLst/>
          </a:prstGeom>
        </p:spPr>
        <p:txBody>
          <a:bodyPr vert="horz" wrap="square" lIns="0" tIns="0" rIns="0" bIns="0" rtlCol="0" anchor="ctr" anchorCtr="0">
            <a:noAutofit/>
          </a:bodyPr>
          <a:lstStyle>
            <a:lvl1pPr algn="ctr" defTabSz="914363" rtl="0" eaLnBrk="1" latinLnBrk="0" hangingPunct="1">
              <a:lnSpc>
                <a:spcPct val="90000"/>
              </a:lnSpc>
              <a:spcBef>
                <a:spcPct val="0"/>
              </a:spcBef>
              <a:buNone/>
              <a:defRPr lang="en-US" sz="6600" b="1" kern="1200" cap="none" spc="-150">
                <a:ln w="3175">
                  <a:solidFill>
                    <a:schemeClr val="bg2">
                      <a:lumMod val="75000"/>
                      <a:lumOff val="25000"/>
                      <a:alpha val="75000"/>
                    </a:schemeClr>
                  </a:solidFill>
                </a:ln>
                <a:gradFill flip="none" rotWithShape="1">
                  <a:gsLst>
                    <a:gs pos="0">
                      <a:schemeClr val="tx1"/>
                    </a:gs>
                    <a:gs pos="61000">
                      <a:schemeClr val="accent2">
                        <a:lumMod val="20000"/>
                        <a:lumOff val="80000"/>
                      </a:schemeClr>
                    </a:gs>
                    <a:gs pos="86000">
                      <a:schemeClr val="tx1"/>
                    </a:gs>
                  </a:gsLst>
                  <a:lin ang="5400000" scaled="0"/>
                  <a:tileRect/>
                </a:gradFill>
                <a:effectLst/>
                <a:latin typeface="Futura XBlk BT" pitchFamily="34" charset="0"/>
                <a:ea typeface="+mn-ea"/>
                <a:cs typeface="Arial" charset="0"/>
              </a:defRPr>
            </a:lvl1pPr>
          </a:lstStyle>
          <a:p>
            <a:r>
              <a:rPr lang="tr-TR" sz="5400" b="0" dirty="0" smtClean="0"/>
              <a:t>Literatür</a:t>
            </a:r>
            <a:endParaRPr lang="tr-TR" sz="5400" b="0" dirty="0"/>
          </a:p>
        </p:txBody>
      </p:sp>
    </p:spTree>
    <p:extLst>
      <p:ext uri="{BB962C8B-B14F-4D97-AF65-F5344CB8AC3E}">
        <p14:creationId xmlns:p14="http://schemas.microsoft.com/office/powerpoint/2010/main" val="1678443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mo">
    <p:spTree>
      <p:nvGrpSpPr>
        <p:cNvPr id="1" name=""/>
        <p:cNvGrpSpPr/>
        <p:nvPr/>
      </p:nvGrpSpPr>
      <p:grpSpPr>
        <a:xfrm>
          <a:off x="0" y="0"/>
          <a:ext cx="0" cy="0"/>
          <a:chOff x="0" y="0"/>
          <a:chExt cx="0" cy="0"/>
        </a:xfrm>
      </p:grpSpPr>
      <p:pic>
        <p:nvPicPr>
          <p:cNvPr id="5" name="Picture 4" descr="1-01055_Template_Bar.png"/>
          <p:cNvPicPr>
            <a:picLocks noChangeAspect="1"/>
          </p:cNvPicPr>
          <p:nvPr/>
        </p:nvPicPr>
        <p:blipFill>
          <a:blip r:embed="rId2"/>
          <a:stretch>
            <a:fillRect/>
          </a:stretch>
        </p:blipFill>
        <p:spPr>
          <a:xfrm flipH="1">
            <a:off x="-955678" y="-99392"/>
            <a:ext cx="10099675" cy="7560840"/>
          </a:xfrm>
          <a:prstGeom prst="rect">
            <a:avLst/>
          </a:prstGeom>
        </p:spPr>
      </p:pic>
      <p:sp>
        <p:nvSpPr>
          <p:cNvPr id="2" name="Title 1"/>
          <p:cNvSpPr>
            <a:spLocks noGrp="1"/>
          </p:cNvSpPr>
          <p:nvPr>
            <p:ph type="ctrTitle"/>
          </p:nvPr>
        </p:nvSpPr>
        <p:spPr>
          <a:xfrm>
            <a:off x="323528" y="2420888"/>
            <a:ext cx="8175906" cy="1523494"/>
          </a:xfrm>
          <a:prstGeom prst="rect">
            <a:avLst/>
          </a:prstGeom>
        </p:spPr>
        <p:txBody>
          <a:bodyPr anchor="ctr" anchorCtr="0">
            <a:noAutofit/>
          </a:bodyPr>
          <a:lstStyle>
            <a:lvl1pPr algn="ctr">
              <a:lnSpc>
                <a:spcPct val="90000"/>
              </a:lnSpc>
              <a:defRPr sz="6600"/>
            </a:lvl1pPr>
          </a:lstStyle>
          <a:p>
            <a:r>
              <a:rPr lang="tr-TR" smtClean="0"/>
              <a:t>Asıl başlık stili için tıklatın</a:t>
            </a:r>
            <a:endParaRPr lang="en-US" dirty="0"/>
          </a:p>
        </p:txBody>
      </p:sp>
      <p:sp>
        <p:nvSpPr>
          <p:cNvPr id="7" name="Text Placeholder 6"/>
          <p:cNvSpPr>
            <a:spLocks noGrp="1"/>
          </p:cNvSpPr>
          <p:nvPr>
            <p:ph type="body" sz="quarter" idx="10" hasCustomPrompt="1"/>
          </p:nvPr>
        </p:nvSpPr>
        <p:spPr>
          <a:xfrm>
            <a:off x="15843" y="5373216"/>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lang="en-US" sz="12000" b="1" kern="1200" spc="-770" dirty="0" smtClean="0">
                <a:ln w="11430">
                  <a:solidFill>
                    <a:schemeClr val="bg2">
                      <a:lumMod val="50000"/>
                      <a:lumOff val="50000"/>
                    </a:schemeClr>
                  </a:solidFill>
                </a:ln>
                <a:gradFill>
                  <a:gsLst>
                    <a:gs pos="0">
                      <a:schemeClr val="accent2">
                        <a:lumMod val="20000"/>
                        <a:lumOff val="80000"/>
                      </a:schemeClr>
                    </a:gs>
                    <a:gs pos="37000">
                      <a:schemeClr val="tx1"/>
                    </a:gs>
                    <a:gs pos="85000">
                      <a:srgbClr val="2D8499"/>
                    </a:gs>
                  </a:gsLst>
                  <a:lin ang="5400000"/>
                </a:gradFill>
                <a:effectLst>
                  <a:outerShdw blurRad="50800" dist="39000" dir="5460000" algn="tl">
                    <a:srgbClr val="000000">
                      <a:alpha val="38000"/>
                    </a:srgbClr>
                  </a:outerShdw>
                </a:effectLst>
                <a:latin typeface="+mn-lt"/>
                <a:ea typeface="+mn-ea"/>
                <a:cs typeface="+mn-cs"/>
              </a:defRPr>
            </a:lvl1pPr>
          </a:lstStyle>
          <a:p>
            <a:pPr marL="0" lvl="0" indent="0" algn="r" defTabSz="1095376" rtl="0" eaLnBrk="1" fontAlgn="base" hangingPunct="1">
              <a:lnSpc>
                <a:spcPct val="90000"/>
              </a:lnSpc>
              <a:spcBef>
                <a:spcPct val="0"/>
              </a:spcBef>
              <a:spcAft>
                <a:spcPct val="0"/>
              </a:spcAft>
              <a:buClr>
                <a:schemeClr val="tx2"/>
              </a:buClr>
              <a:buSzPct val="80000"/>
              <a:buFont typeface="Arial" pitchFamily="34" charset="0"/>
              <a:buNone/>
            </a:pPr>
            <a:r>
              <a:rPr lang="tr-TR" dirty="0" err="1" smtClean="0"/>
              <a:t>ftronline</a:t>
            </a:r>
            <a:r>
              <a:rPr lang="en-US" dirty="0" smtClean="0"/>
              <a:t>…</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şlık ve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p:txBody>
          <a:bodyPr/>
          <a:lstStyle>
            <a:lvl1pPr>
              <a:defRPr b="1"/>
            </a:lvl1pPr>
          </a:lstStyle>
          <a:p>
            <a:r>
              <a:rPr lang="tr-TR" dirty="0" smtClean="0"/>
              <a:t>Asıl Başlık Stili İçin Tıklatın</a:t>
            </a:r>
            <a:endParaRPr lang="tr-TR" dirty="0"/>
          </a:p>
        </p:txBody>
      </p:sp>
      <p:sp>
        <p:nvSpPr>
          <p:cNvPr id="3" name="Text Placeholder 2"/>
          <p:cNvSpPr>
            <a:spLocks noGrp="1"/>
          </p:cNvSpPr>
          <p:nvPr>
            <p:ph idx="1"/>
          </p:nvPr>
        </p:nvSpPr>
        <p:spPr>
          <a:xfrm>
            <a:off x="395536" y="1196752"/>
            <a:ext cx="8424936" cy="2238049"/>
          </a:xfrm>
          <a:prstGeom prst="rect">
            <a:avLst/>
          </a:prstGeom>
        </p:spPr>
        <p:txBody>
          <a:bodyPr vert="horz" wrap="square" lIns="0" tIns="0" rIns="0" bIns="0" rtlCol="0">
            <a:spAutoFit/>
          </a:bodyPr>
          <a:lstStyle>
            <a:lvl1pPr>
              <a:spcBef>
                <a:spcPts val="1200"/>
              </a:spcBef>
              <a:defRPr/>
            </a:lvl1pPr>
            <a:lvl2pPr>
              <a:spcBef>
                <a:spcPts val="600"/>
              </a:spcBef>
              <a:defRPr/>
            </a:lvl2pPr>
            <a:lvl3pPr>
              <a:spcBef>
                <a:spcPts val="600"/>
              </a:spcBef>
              <a:defRPr sz="2200"/>
            </a:lvl3pPr>
            <a:lvl4pPr>
              <a:defRPr sz="1900"/>
            </a:lvl4pPr>
            <a:lvl5pPr>
              <a:defRPr sz="1800"/>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223512838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lasikdüzen">
    <p:spTree>
      <p:nvGrpSpPr>
        <p:cNvPr id="1" name=""/>
        <p:cNvGrpSpPr/>
        <p:nvPr/>
      </p:nvGrpSpPr>
      <p:grpSpPr>
        <a:xfrm>
          <a:off x="0" y="0"/>
          <a:ext cx="0" cy="0"/>
          <a:chOff x="0" y="0"/>
          <a:chExt cx="0" cy="0"/>
        </a:xfrm>
      </p:grpSpPr>
      <p:sp>
        <p:nvSpPr>
          <p:cNvPr id="4" name="Text Placeholder 5"/>
          <p:cNvSpPr>
            <a:spLocks noGrp="1"/>
          </p:cNvSpPr>
          <p:nvPr>
            <p:ph type="body" sz="quarter" idx="10"/>
          </p:nvPr>
        </p:nvSpPr>
        <p:spPr>
          <a:xfrm>
            <a:off x="381000" y="2114483"/>
            <a:ext cx="8382000" cy="2158027"/>
          </a:xfrm>
        </p:spPr>
        <p:txBody>
          <a:bodyPr/>
          <a:lstStyle>
            <a:lvl1pPr marL="360000" indent="-360000">
              <a:lnSpc>
                <a:spcPct val="100000"/>
              </a:lnSpc>
              <a:spcBef>
                <a:spcPts val="1200"/>
              </a:spcBef>
              <a:spcAft>
                <a:spcPts val="400"/>
              </a:spcAft>
              <a:defRPr sz="2600">
                <a:solidFill>
                  <a:schemeClr val="bg1"/>
                </a:solidFill>
                <a:latin typeface="+mj-lt"/>
              </a:defRPr>
            </a:lvl1pPr>
            <a:lvl2pPr marL="936000">
              <a:lnSpc>
                <a:spcPct val="100000"/>
              </a:lnSpc>
              <a:spcBef>
                <a:spcPts val="600"/>
              </a:spcBef>
              <a:spcAft>
                <a:spcPts val="200"/>
              </a:spcAft>
              <a:defRPr sz="2400" b="0">
                <a:solidFill>
                  <a:schemeClr val="bg1"/>
                </a:solidFill>
                <a:latin typeface="+mj-lt"/>
              </a:defRPr>
            </a:lvl2pPr>
            <a:lvl3pPr marL="1332000">
              <a:lnSpc>
                <a:spcPct val="90000"/>
              </a:lnSpc>
              <a:spcBef>
                <a:spcPts val="700"/>
              </a:spcBef>
              <a:defRPr sz="2300" b="0">
                <a:solidFill>
                  <a:schemeClr val="bg1"/>
                </a:solidFill>
                <a:latin typeface="+mj-lt"/>
              </a:defRPr>
            </a:lvl3pPr>
            <a:lvl4pPr>
              <a:lnSpc>
                <a:spcPct val="90000"/>
              </a:lnSpc>
              <a:spcBef>
                <a:spcPts val="700"/>
              </a:spcBef>
              <a:defRPr sz="2200" b="0">
                <a:solidFill>
                  <a:schemeClr val="bg1"/>
                </a:solidFill>
                <a:latin typeface="+mj-lt"/>
              </a:defRPr>
            </a:lvl4pPr>
            <a:lvl5pPr>
              <a:lnSpc>
                <a:spcPct val="90000"/>
              </a:lnSpc>
              <a:spcBef>
                <a:spcPts val="700"/>
              </a:spcBef>
              <a:defRPr sz="2100" b="0">
                <a:solidFill>
                  <a:schemeClr val="bg1"/>
                </a:solidFill>
                <a:latin typeface="+mj-lt"/>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nkli">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476672"/>
            <a:ext cx="8382000" cy="553998"/>
          </a:xfrm>
          <a:prstGeom prst="rect">
            <a:avLst/>
          </a:prstGeom>
        </p:spPr>
        <p:txBody>
          <a:bodyPr>
            <a:noAutofit/>
          </a:bodyPr>
          <a:lstStyle>
            <a:lvl1pPr>
              <a:defRPr sz="3500" b="1">
                <a:latin typeface="+mj-lt"/>
                <a:ea typeface="Segoe UI" pitchFamily="34" charset="0"/>
                <a:cs typeface="Segoe UI" pitchFamily="34" charset="0"/>
              </a:defRPr>
            </a:lvl1pPr>
          </a:lstStyle>
          <a:p>
            <a:r>
              <a:rPr lang="tr-TR" dirty="0" smtClean="0"/>
              <a:t>Asıl Başlık Stili İçin Tıklatın</a:t>
            </a:r>
            <a:endParaRPr lang="en-US" dirty="0"/>
          </a:p>
        </p:txBody>
      </p:sp>
      <p:sp>
        <p:nvSpPr>
          <p:cNvPr id="6" name="Text Placeholder 5"/>
          <p:cNvSpPr>
            <a:spLocks noGrp="1"/>
          </p:cNvSpPr>
          <p:nvPr>
            <p:ph type="body" sz="quarter" idx="10"/>
          </p:nvPr>
        </p:nvSpPr>
        <p:spPr>
          <a:xfrm>
            <a:off x="381000" y="1411552"/>
            <a:ext cx="8382000" cy="2159566"/>
          </a:xfrm>
        </p:spPr>
        <p:txBody>
          <a:bodyPr/>
          <a:lstStyle>
            <a:lvl1pPr marL="360000" indent="-360000">
              <a:lnSpc>
                <a:spcPct val="100000"/>
              </a:lnSpc>
              <a:spcBef>
                <a:spcPts val="1400"/>
              </a:spcBef>
              <a:spcAft>
                <a:spcPts val="600"/>
              </a:spcAft>
              <a:defRPr sz="2700" b="1" i="1">
                <a:solidFill>
                  <a:schemeClr val="accent5">
                    <a:lumMod val="75000"/>
                  </a:schemeClr>
                </a:solidFill>
                <a:latin typeface="+mj-lt"/>
              </a:defRPr>
            </a:lvl1pPr>
            <a:lvl2pPr marL="936000">
              <a:lnSpc>
                <a:spcPct val="100000"/>
              </a:lnSpc>
              <a:spcBef>
                <a:spcPts val="800"/>
              </a:spcBef>
              <a:spcAft>
                <a:spcPts val="200"/>
              </a:spcAft>
              <a:defRPr sz="2400" b="0">
                <a:solidFill>
                  <a:schemeClr val="bg1"/>
                </a:solidFill>
                <a:latin typeface="+mj-lt"/>
              </a:defRPr>
            </a:lvl2pPr>
            <a:lvl3pPr marL="1332000">
              <a:lnSpc>
                <a:spcPct val="90000"/>
              </a:lnSpc>
              <a:spcBef>
                <a:spcPts val="700"/>
              </a:spcBef>
              <a:defRPr sz="2300" b="0">
                <a:solidFill>
                  <a:schemeClr val="bg1"/>
                </a:solidFill>
                <a:latin typeface="+mj-lt"/>
              </a:defRPr>
            </a:lvl3pPr>
            <a:lvl4pPr>
              <a:lnSpc>
                <a:spcPct val="90000"/>
              </a:lnSpc>
              <a:spcBef>
                <a:spcPts val="700"/>
              </a:spcBef>
              <a:defRPr sz="2200" b="0">
                <a:solidFill>
                  <a:schemeClr val="bg1"/>
                </a:solidFill>
                <a:latin typeface="+mj-lt"/>
              </a:defRPr>
            </a:lvl4pPr>
            <a:lvl5pPr>
              <a:lnSpc>
                <a:spcPct val="90000"/>
              </a:lnSpc>
              <a:spcBef>
                <a:spcPts val="700"/>
              </a:spcBef>
              <a:defRPr sz="2000" b="0">
                <a:solidFill>
                  <a:schemeClr val="bg1"/>
                </a:solidFill>
                <a:latin typeface="+mj-lt"/>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250300287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Renkli YarıDol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1441474"/>
            <a:ext cx="8382000" cy="553998"/>
          </a:xfrm>
          <a:prstGeom prst="rect">
            <a:avLst/>
          </a:prstGeom>
        </p:spPr>
        <p:txBody>
          <a:bodyPr>
            <a:noAutofit/>
          </a:bodyPr>
          <a:lstStyle>
            <a:lvl1pPr>
              <a:defRPr sz="3500" b="1">
                <a:latin typeface="+mj-lt"/>
                <a:ea typeface="Segoe UI" pitchFamily="34" charset="0"/>
                <a:cs typeface="Segoe UI" pitchFamily="34" charset="0"/>
              </a:defRPr>
            </a:lvl1pPr>
          </a:lstStyle>
          <a:p>
            <a:r>
              <a:rPr lang="tr-TR" dirty="0" smtClean="0"/>
              <a:t>Asıl Başlık Stili İçin Tıklatın</a:t>
            </a:r>
            <a:endParaRPr lang="en-US" dirty="0"/>
          </a:p>
        </p:txBody>
      </p:sp>
      <p:sp>
        <p:nvSpPr>
          <p:cNvPr id="6" name="Text Placeholder 5"/>
          <p:cNvSpPr>
            <a:spLocks noGrp="1"/>
          </p:cNvSpPr>
          <p:nvPr>
            <p:ph type="body" sz="quarter" idx="10"/>
          </p:nvPr>
        </p:nvSpPr>
        <p:spPr>
          <a:xfrm>
            <a:off x="381000" y="2376354"/>
            <a:ext cx="8382000" cy="2159566"/>
          </a:xfrm>
        </p:spPr>
        <p:txBody>
          <a:bodyPr/>
          <a:lstStyle>
            <a:lvl1pPr marL="360000" indent="-360000">
              <a:lnSpc>
                <a:spcPct val="100000"/>
              </a:lnSpc>
              <a:spcBef>
                <a:spcPts val="1400"/>
              </a:spcBef>
              <a:spcAft>
                <a:spcPts val="600"/>
              </a:spcAft>
              <a:defRPr sz="2700" b="1" i="1">
                <a:solidFill>
                  <a:schemeClr val="accent5">
                    <a:lumMod val="75000"/>
                  </a:schemeClr>
                </a:solidFill>
                <a:latin typeface="+mj-lt"/>
              </a:defRPr>
            </a:lvl1pPr>
            <a:lvl2pPr marL="936000">
              <a:lnSpc>
                <a:spcPct val="100000"/>
              </a:lnSpc>
              <a:spcBef>
                <a:spcPts val="800"/>
              </a:spcBef>
              <a:spcAft>
                <a:spcPts val="200"/>
              </a:spcAft>
              <a:defRPr sz="2400" b="0">
                <a:solidFill>
                  <a:schemeClr val="bg1"/>
                </a:solidFill>
                <a:latin typeface="+mj-lt"/>
              </a:defRPr>
            </a:lvl2pPr>
            <a:lvl3pPr marL="1332000">
              <a:lnSpc>
                <a:spcPct val="90000"/>
              </a:lnSpc>
              <a:spcBef>
                <a:spcPts val="700"/>
              </a:spcBef>
              <a:defRPr sz="2300" b="0">
                <a:solidFill>
                  <a:schemeClr val="bg1"/>
                </a:solidFill>
                <a:latin typeface="+mj-lt"/>
              </a:defRPr>
            </a:lvl3pPr>
            <a:lvl4pPr>
              <a:lnSpc>
                <a:spcPct val="90000"/>
              </a:lnSpc>
              <a:spcBef>
                <a:spcPts val="700"/>
              </a:spcBef>
              <a:defRPr sz="2200" b="0">
                <a:solidFill>
                  <a:schemeClr val="bg1"/>
                </a:solidFill>
                <a:latin typeface="+mj-lt"/>
              </a:defRPr>
            </a:lvl4pPr>
            <a:lvl5pPr>
              <a:lnSpc>
                <a:spcPct val="90000"/>
              </a:lnSpc>
              <a:spcBef>
                <a:spcPts val="700"/>
              </a:spcBef>
              <a:defRPr sz="2000" b="0">
                <a:solidFill>
                  <a:schemeClr val="bg1"/>
                </a:solidFill>
                <a:latin typeface="+mj-lt"/>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793229557"/>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nkli YariDol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1441474"/>
            <a:ext cx="8382000" cy="553998"/>
          </a:xfrm>
          <a:prstGeom prst="rect">
            <a:avLst/>
          </a:prstGeom>
        </p:spPr>
        <p:txBody>
          <a:bodyPr>
            <a:noAutofit/>
          </a:bodyPr>
          <a:lstStyle>
            <a:lvl1pPr>
              <a:defRPr sz="3500" b="1">
                <a:latin typeface="+mj-lt"/>
                <a:ea typeface="Segoe UI" pitchFamily="34" charset="0"/>
                <a:cs typeface="Segoe UI" pitchFamily="34" charset="0"/>
              </a:defRPr>
            </a:lvl1pPr>
          </a:lstStyle>
          <a:p>
            <a:r>
              <a:rPr lang="tr-TR" dirty="0" smtClean="0"/>
              <a:t>Asıl Başlık Stili İçin Tıklatın</a:t>
            </a:r>
            <a:endParaRPr lang="en-US" dirty="0"/>
          </a:p>
        </p:txBody>
      </p:sp>
      <p:sp>
        <p:nvSpPr>
          <p:cNvPr id="6" name="Text Placeholder 5"/>
          <p:cNvSpPr>
            <a:spLocks noGrp="1"/>
          </p:cNvSpPr>
          <p:nvPr>
            <p:ph type="body" sz="quarter" idx="10"/>
          </p:nvPr>
        </p:nvSpPr>
        <p:spPr>
          <a:xfrm>
            <a:off x="381000" y="2376354"/>
            <a:ext cx="8382000" cy="2159566"/>
          </a:xfrm>
        </p:spPr>
        <p:txBody>
          <a:bodyPr/>
          <a:lstStyle>
            <a:lvl1pPr marL="360000" indent="-360000">
              <a:lnSpc>
                <a:spcPct val="100000"/>
              </a:lnSpc>
              <a:spcBef>
                <a:spcPts val="1400"/>
              </a:spcBef>
              <a:spcAft>
                <a:spcPts val="600"/>
              </a:spcAft>
              <a:defRPr sz="2700" b="1" i="1">
                <a:solidFill>
                  <a:schemeClr val="accent5">
                    <a:lumMod val="75000"/>
                  </a:schemeClr>
                </a:solidFill>
                <a:latin typeface="+mj-lt"/>
              </a:defRPr>
            </a:lvl1pPr>
            <a:lvl2pPr marL="936000">
              <a:lnSpc>
                <a:spcPct val="100000"/>
              </a:lnSpc>
              <a:spcBef>
                <a:spcPts val="800"/>
              </a:spcBef>
              <a:spcAft>
                <a:spcPts val="200"/>
              </a:spcAft>
              <a:defRPr sz="2400" b="0">
                <a:solidFill>
                  <a:schemeClr val="bg1"/>
                </a:solidFill>
                <a:latin typeface="+mj-lt"/>
              </a:defRPr>
            </a:lvl2pPr>
            <a:lvl3pPr marL="1332000">
              <a:lnSpc>
                <a:spcPct val="90000"/>
              </a:lnSpc>
              <a:spcBef>
                <a:spcPts val="700"/>
              </a:spcBef>
              <a:defRPr sz="2300" b="0">
                <a:solidFill>
                  <a:schemeClr val="bg1"/>
                </a:solidFill>
                <a:latin typeface="+mj-lt"/>
              </a:defRPr>
            </a:lvl3pPr>
            <a:lvl4pPr>
              <a:lnSpc>
                <a:spcPct val="90000"/>
              </a:lnSpc>
              <a:spcBef>
                <a:spcPts val="700"/>
              </a:spcBef>
              <a:defRPr sz="2200" b="0">
                <a:solidFill>
                  <a:schemeClr val="bg1"/>
                </a:solidFill>
                <a:latin typeface="+mj-lt"/>
              </a:defRPr>
            </a:lvl4pPr>
            <a:lvl5pPr>
              <a:lnSpc>
                <a:spcPct val="90000"/>
              </a:lnSpc>
              <a:spcBef>
                <a:spcPts val="700"/>
              </a:spcBef>
              <a:defRPr sz="2000" b="0">
                <a:solidFill>
                  <a:schemeClr val="bg1"/>
                </a:solidFill>
                <a:latin typeface="+mj-lt"/>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413927754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YarıDol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1488477"/>
            <a:ext cx="8382000" cy="553998"/>
          </a:xfrm>
          <a:prstGeom prst="rect">
            <a:avLst/>
          </a:prstGeom>
        </p:spPr>
        <p:txBody>
          <a:bodyPr>
            <a:noAutofit/>
          </a:bodyPr>
          <a:lstStyle>
            <a:lvl1pPr>
              <a:defRPr sz="3500" b="1">
                <a:latin typeface="+mj-lt"/>
                <a:ea typeface="Segoe UI" pitchFamily="34" charset="0"/>
                <a:cs typeface="Segoe UI" pitchFamily="34" charset="0"/>
              </a:defRPr>
            </a:lvl1pPr>
          </a:lstStyle>
          <a:p>
            <a:r>
              <a:rPr lang="tr-TR" dirty="0" smtClean="0"/>
              <a:t>Asıl Başlık Stili İçin Tıklatın</a:t>
            </a:r>
            <a:endParaRPr lang="en-US" dirty="0"/>
          </a:p>
        </p:txBody>
      </p:sp>
      <p:sp>
        <p:nvSpPr>
          <p:cNvPr id="5" name="Text Placeholder 5"/>
          <p:cNvSpPr>
            <a:spLocks noGrp="1"/>
          </p:cNvSpPr>
          <p:nvPr>
            <p:ph type="body" sz="quarter" idx="10"/>
          </p:nvPr>
        </p:nvSpPr>
        <p:spPr>
          <a:xfrm>
            <a:off x="395536" y="2258499"/>
            <a:ext cx="8382000" cy="2044149"/>
          </a:xfrm>
        </p:spPr>
        <p:txBody>
          <a:bodyPr/>
          <a:lstStyle>
            <a:lvl1pPr marL="360000" indent="-360000">
              <a:lnSpc>
                <a:spcPct val="100000"/>
              </a:lnSpc>
              <a:spcBef>
                <a:spcPts val="1400"/>
              </a:spcBef>
              <a:spcAft>
                <a:spcPts val="600"/>
              </a:spcAft>
              <a:defRPr sz="2500">
                <a:solidFill>
                  <a:schemeClr val="bg1"/>
                </a:solidFill>
                <a:latin typeface="+mj-lt"/>
              </a:defRPr>
            </a:lvl1pPr>
            <a:lvl2pPr marL="936000">
              <a:lnSpc>
                <a:spcPct val="100000"/>
              </a:lnSpc>
              <a:spcBef>
                <a:spcPts val="800"/>
              </a:spcBef>
              <a:spcAft>
                <a:spcPts val="200"/>
              </a:spcAft>
              <a:defRPr sz="2300" b="0">
                <a:solidFill>
                  <a:schemeClr val="bg1"/>
                </a:solidFill>
                <a:latin typeface="+mj-lt"/>
              </a:defRPr>
            </a:lvl2pPr>
            <a:lvl3pPr marL="1332000">
              <a:lnSpc>
                <a:spcPct val="90000"/>
              </a:lnSpc>
              <a:spcBef>
                <a:spcPts val="700"/>
              </a:spcBef>
              <a:defRPr sz="2200" b="0">
                <a:solidFill>
                  <a:schemeClr val="bg1"/>
                </a:solidFill>
                <a:latin typeface="+mj-lt"/>
              </a:defRPr>
            </a:lvl3pPr>
            <a:lvl4pPr>
              <a:lnSpc>
                <a:spcPct val="90000"/>
              </a:lnSpc>
              <a:spcBef>
                <a:spcPts val="700"/>
              </a:spcBef>
              <a:defRPr sz="2000" b="0">
                <a:solidFill>
                  <a:schemeClr val="bg1"/>
                </a:solidFill>
                <a:latin typeface="+mj-lt"/>
              </a:defRPr>
            </a:lvl4pPr>
            <a:lvl5pPr>
              <a:lnSpc>
                <a:spcPct val="90000"/>
              </a:lnSpc>
              <a:spcBef>
                <a:spcPts val="700"/>
              </a:spcBef>
              <a:defRPr sz="1900" b="0">
                <a:solidFill>
                  <a:schemeClr val="bg1"/>
                </a:solidFill>
                <a:latin typeface="+mj-lt"/>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2340250396"/>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282714"/>
            <a:ext cx="8382000" cy="553998"/>
          </a:xfrm>
          <a:prstGeom prst="rect">
            <a:avLst/>
          </a:prstGeom>
        </p:spPr>
        <p:txBody>
          <a:bodyPr>
            <a:noAutofit/>
          </a:bodyPr>
          <a:lstStyle>
            <a:lvl1pPr>
              <a:defRPr sz="3500">
                <a:latin typeface="+mj-lt"/>
              </a:defRPr>
            </a:lvl1pPr>
          </a:lstStyle>
          <a:p>
            <a:r>
              <a:rPr lang="tr-TR" dirty="0" smtClean="0"/>
              <a:t>Asıl Başlık Stili İçin Tıklatın</a:t>
            </a:r>
            <a:endParaRPr lang="en-US" dirty="0"/>
          </a:p>
        </p:txBody>
      </p:sp>
      <p:sp>
        <p:nvSpPr>
          <p:cNvPr id="3" name="Content Placeholder 2"/>
          <p:cNvSpPr>
            <a:spLocks noGrp="1"/>
          </p:cNvSpPr>
          <p:nvPr>
            <p:ph sz="half" idx="1"/>
          </p:nvPr>
        </p:nvSpPr>
        <p:spPr>
          <a:xfrm>
            <a:off x="381000" y="1411553"/>
            <a:ext cx="4114800" cy="2262158"/>
          </a:xfrm>
        </p:spPr>
        <p:txBody>
          <a:bodyPr/>
          <a:lstStyle>
            <a:lvl1pPr marL="339976" indent="-339976">
              <a:lnSpc>
                <a:spcPct val="100000"/>
              </a:lnSpc>
              <a:spcBef>
                <a:spcPts val="1500"/>
              </a:spcBef>
              <a:defRPr sz="2200">
                <a:latin typeface="+mj-lt"/>
              </a:defRPr>
            </a:lvl1pPr>
            <a:lvl2pPr marL="673338" indent="-325424">
              <a:lnSpc>
                <a:spcPct val="90000"/>
              </a:lnSpc>
              <a:spcBef>
                <a:spcPts val="1200"/>
              </a:spcBef>
              <a:defRPr sz="2000">
                <a:latin typeface="+mj-lt"/>
              </a:defRPr>
            </a:lvl2pPr>
            <a:lvl3pPr marL="953785" indent="-288384">
              <a:lnSpc>
                <a:spcPct val="90000"/>
              </a:lnSpc>
              <a:spcBef>
                <a:spcPts val="1200"/>
              </a:spcBef>
              <a:defRPr sz="1800">
                <a:latin typeface="+mj-lt"/>
              </a:defRPr>
            </a:lvl3pPr>
            <a:lvl4pPr marL="1227618" indent="-273833">
              <a:lnSpc>
                <a:spcPct val="90000"/>
              </a:lnSpc>
              <a:spcBef>
                <a:spcPts val="1200"/>
              </a:spcBef>
              <a:defRPr sz="1600" b="0">
                <a:latin typeface="+mj-lt"/>
              </a:defRPr>
            </a:lvl4pPr>
            <a:lvl5pPr marL="1516002" indent="-280447">
              <a:lnSpc>
                <a:spcPct val="90000"/>
              </a:lnSpc>
              <a:spcBef>
                <a:spcPts val="1200"/>
              </a:spcBef>
              <a:defRPr sz="1600" b="0">
                <a:latin typeface="+mj-lt"/>
              </a:defRPr>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4648200" y="1411553"/>
            <a:ext cx="4114800" cy="2262158"/>
          </a:xfrm>
        </p:spPr>
        <p:txBody>
          <a:bodyPr/>
          <a:lstStyle>
            <a:lvl1pPr marL="347914" indent="-347914">
              <a:lnSpc>
                <a:spcPct val="100000"/>
              </a:lnSpc>
              <a:spcBef>
                <a:spcPts val="1500"/>
              </a:spcBef>
              <a:defRPr sz="2200">
                <a:latin typeface="+mj-lt"/>
              </a:defRPr>
            </a:lvl1pPr>
            <a:lvl2pPr marL="673338" indent="-339976">
              <a:lnSpc>
                <a:spcPct val="90000"/>
              </a:lnSpc>
              <a:spcBef>
                <a:spcPts val="1200"/>
              </a:spcBef>
              <a:defRPr sz="2000">
                <a:latin typeface="+mj-lt"/>
              </a:defRPr>
            </a:lvl2pPr>
            <a:lvl3pPr marL="961722" indent="-302936">
              <a:lnSpc>
                <a:spcPct val="90000"/>
              </a:lnSpc>
              <a:spcBef>
                <a:spcPts val="1200"/>
              </a:spcBef>
              <a:defRPr sz="1800">
                <a:latin typeface="+mj-lt"/>
              </a:defRPr>
            </a:lvl3pPr>
            <a:lvl4pPr marL="1227618" indent="-265896">
              <a:lnSpc>
                <a:spcPct val="90000"/>
              </a:lnSpc>
              <a:spcBef>
                <a:spcPts val="1200"/>
              </a:spcBef>
              <a:defRPr sz="1600">
                <a:latin typeface="+mj-lt"/>
              </a:defRPr>
            </a:lvl4pPr>
            <a:lvl5pPr marL="1516002" indent="-273833">
              <a:lnSpc>
                <a:spcPct val="90000"/>
              </a:lnSpc>
              <a:spcBef>
                <a:spcPts val="1200"/>
              </a:spcBef>
              <a:defRPr sz="1600">
                <a:latin typeface="+mj-lt"/>
              </a:defRPr>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YazıSol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282714"/>
            <a:ext cx="8382000" cy="553998"/>
          </a:xfrm>
          <a:prstGeom prst="rect">
            <a:avLst/>
          </a:prstGeom>
        </p:spPr>
        <p:txBody>
          <a:bodyPr>
            <a:noAutofit/>
          </a:bodyPr>
          <a:lstStyle>
            <a:lvl1pPr>
              <a:defRPr sz="3500">
                <a:latin typeface="+mj-lt"/>
              </a:defRPr>
            </a:lvl1pPr>
          </a:lstStyle>
          <a:p>
            <a:r>
              <a:rPr lang="tr-TR" dirty="0" smtClean="0"/>
              <a:t>Asıl Başlık Stili İçin Tıklatın</a:t>
            </a:r>
            <a:endParaRPr lang="en-US" dirty="0"/>
          </a:p>
        </p:txBody>
      </p:sp>
      <p:sp>
        <p:nvSpPr>
          <p:cNvPr id="4" name="Content Placeholder 3"/>
          <p:cNvSpPr>
            <a:spLocks noGrp="1"/>
          </p:cNvSpPr>
          <p:nvPr>
            <p:ph sz="half" idx="2"/>
          </p:nvPr>
        </p:nvSpPr>
        <p:spPr>
          <a:xfrm>
            <a:off x="323528" y="1340768"/>
            <a:ext cx="4191000" cy="2416046"/>
          </a:xfrm>
        </p:spPr>
        <p:txBody>
          <a:bodyPr/>
          <a:lstStyle>
            <a:lvl1pPr marL="347914" indent="-347914">
              <a:lnSpc>
                <a:spcPct val="90000"/>
              </a:lnSpc>
              <a:spcBef>
                <a:spcPts val="1200"/>
              </a:spcBef>
              <a:defRPr sz="2400">
                <a:latin typeface="+mj-lt"/>
              </a:defRPr>
            </a:lvl1pPr>
            <a:lvl2pPr marL="673338" indent="-339976">
              <a:lnSpc>
                <a:spcPct val="90000"/>
              </a:lnSpc>
              <a:spcBef>
                <a:spcPts val="1200"/>
              </a:spcBef>
              <a:defRPr sz="2300">
                <a:latin typeface="+mj-lt"/>
              </a:defRPr>
            </a:lvl2pPr>
            <a:lvl3pPr marL="961722" indent="-302936">
              <a:lnSpc>
                <a:spcPct val="90000"/>
              </a:lnSpc>
              <a:spcBef>
                <a:spcPts val="1200"/>
              </a:spcBef>
              <a:defRPr sz="2200">
                <a:latin typeface="+mj-lt"/>
              </a:defRPr>
            </a:lvl3pPr>
            <a:lvl4pPr marL="1227618" indent="-265896">
              <a:lnSpc>
                <a:spcPct val="90000"/>
              </a:lnSpc>
              <a:spcBef>
                <a:spcPts val="1200"/>
              </a:spcBef>
              <a:defRPr sz="2000">
                <a:latin typeface="+mj-lt"/>
              </a:defRPr>
            </a:lvl4pPr>
            <a:lvl5pPr marL="1516002" indent="-273833">
              <a:lnSpc>
                <a:spcPct val="90000"/>
              </a:lnSpc>
              <a:spcBef>
                <a:spcPts val="1200"/>
              </a:spcBef>
              <a:defRPr sz="1800">
                <a:latin typeface="+mj-lt"/>
              </a:defRPr>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2558114245"/>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188640"/>
            <a:ext cx="8382000" cy="553998"/>
          </a:xfrm>
          <a:prstGeom prst="rect">
            <a:avLst/>
          </a:prstGeom>
        </p:spPr>
        <p:txBody>
          <a:bodyPr/>
          <a:lstStyle>
            <a:lvl1pPr>
              <a:defRPr b="1">
                <a:latin typeface="+mj-lt"/>
              </a:defRPr>
            </a:lvl1pPr>
          </a:lstStyle>
          <a:p>
            <a:r>
              <a:rPr lang="tr-TR" dirty="0" smtClean="0"/>
              <a:t>Asıl Başlık Stili İçin Tıklatın</a:t>
            </a:r>
            <a:endParaRPr lang="en-US" dirty="0"/>
          </a:p>
        </p:txBody>
      </p:sp>
      <p:sp>
        <p:nvSpPr>
          <p:cNvPr id="3" name="Text Placeholder 2"/>
          <p:cNvSpPr>
            <a:spLocks noGrp="1"/>
          </p:cNvSpPr>
          <p:nvPr>
            <p:ph type="body" idx="1"/>
          </p:nvPr>
        </p:nvSpPr>
        <p:spPr>
          <a:xfrm>
            <a:off x="381000" y="1268760"/>
            <a:ext cx="4114800" cy="581698"/>
          </a:xfrm>
        </p:spPr>
        <p:txBody>
          <a:bodyPr anchor="b"/>
          <a:lstStyle>
            <a:lvl1pPr marL="0" indent="0">
              <a:lnSpc>
                <a:spcPct val="90000"/>
              </a:lnSpc>
              <a:spcBef>
                <a:spcPts val="0"/>
              </a:spcBef>
              <a:spcAft>
                <a:spcPts val="1200"/>
              </a:spcAft>
              <a:buNone/>
              <a:defRPr sz="2100" b="0">
                <a:latin typeface="+mj-lt"/>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380999" y="2174875"/>
            <a:ext cx="4114800" cy="2579168"/>
          </a:xfrm>
        </p:spPr>
        <p:txBody>
          <a:bodyPr/>
          <a:lstStyle>
            <a:lvl1pPr marL="281770" indent="-281770">
              <a:spcBef>
                <a:spcPts val="1600"/>
              </a:spcBef>
              <a:defRPr sz="2100">
                <a:latin typeface="+mj-lt"/>
              </a:defRPr>
            </a:lvl1pPr>
            <a:lvl2pPr marL="562218" indent="-265896">
              <a:spcBef>
                <a:spcPts val="1200"/>
              </a:spcBef>
              <a:defRPr sz="2000">
                <a:latin typeface="+mj-lt"/>
              </a:defRPr>
            </a:lvl2pPr>
            <a:lvl3pPr marL="813562" indent="-243407">
              <a:spcBef>
                <a:spcPts val="1200"/>
              </a:spcBef>
              <a:defRPr sz="1800">
                <a:latin typeface="+mj-lt"/>
              </a:defRPr>
            </a:lvl3pPr>
            <a:lvl4pPr marL="1050354" indent="-228856">
              <a:spcBef>
                <a:spcPts val="1200"/>
              </a:spcBef>
              <a:defRPr sz="1800">
                <a:latin typeface="+mj-lt"/>
              </a:defRPr>
            </a:lvl4pPr>
            <a:lvl5pPr marL="1279210" indent="-206367">
              <a:spcBef>
                <a:spcPts val="1200"/>
              </a:spcBef>
              <a:defRPr sz="1800">
                <a:latin typeface="+mj-lt"/>
              </a:defRPr>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5981" y="1268760"/>
            <a:ext cx="4117019" cy="581698"/>
          </a:xfrm>
        </p:spPr>
        <p:txBody>
          <a:bodyPr anchor="b"/>
          <a:lstStyle>
            <a:lvl1pPr marL="0" indent="0">
              <a:lnSpc>
                <a:spcPct val="90000"/>
              </a:lnSpc>
              <a:spcBef>
                <a:spcPts val="0"/>
              </a:spcBef>
              <a:spcAft>
                <a:spcPts val="600"/>
              </a:spcAft>
              <a:buNone/>
              <a:defRPr sz="2100" b="0">
                <a:latin typeface="+mj-lt"/>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tr-TR" smtClean="0"/>
              <a:t>Asıl metin stillerini düzenlemek için tıklatın</a:t>
            </a:r>
          </a:p>
        </p:txBody>
      </p:sp>
      <p:sp>
        <p:nvSpPr>
          <p:cNvPr id="6" name="Content Placeholder 5"/>
          <p:cNvSpPr>
            <a:spLocks noGrp="1"/>
          </p:cNvSpPr>
          <p:nvPr>
            <p:ph sz="quarter" idx="4"/>
          </p:nvPr>
        </p:nvSpPr>
        <p:spPr>
          <a:xfrm>
            <a:off x="4645026" y="2174875"/>
            <a:ext cx="4117974" cy="2579168"/>
          </a:xfrm>
        </p:spPr>
        <p:txBody>
          <a:bodyPr/>
          <a:lstStyle>
            <a:lvl1pPr marL="296321" indent="-296321">
              <a:spcBef>
                <a:spcPts val="1600"/>
              </a:spcBef>
              <a:defRPr sz="2100">
                <a:latin typeface="+mj-lt"/>
              </a:defRPr>
            </a:lvl1pPr>
            <a:lvl2pPr marL="570155" indent="-273833">
              <a:spcBef>
                <a:spcPts val="1200"/>
              </a:spcBef>
              <a:defRPr sz="2000">
                <a:latin typeface="+mj-lt"/>
              </a:defRPr>
            </a:lvl2pPr>
            <a:lvl3pPr marL="821499" indent="-244730">
              <a:spcBef>
                <a:spcPts val="1200"/>
              </a:spcBef>
              <a:defRPr sz="1800">
                <a:latin typeface="+mj-lt"/>
              </a:defRPr>
            </a:lvl3pPr>
            <a:lvl4pPr marL="1050354" indent="-236793">
              <a:spcBef>
                <a:spcPts val="1200"/>
              </a:spcBef>
              <a:defRPr sz="1800">
                <a:latin typeface="+mj-lt"/>
              </a:defRPr>
            </a:lvl4pPr>
            <a:lvl5pPr marL="1279210" indent="-220919">
              <a:spcBef>
                <a:spcPts val="1200"/>
              </a:spcBef>
              <a:defRPr sz="1800">
                <a:latin typeface="+mj-lt"/>
              </a:defRPr>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resim">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onSlayt">
    <p:spTree>
      <p:nvGrpSpPr>
        <p:cNvPr id="1" name=""/>
        <p:cNvGrpSpPr/>
        <p:nvPr/>
      </p:nvGrpSpPr>
      <p:grpSpPr>
        <a:xfrm>
          <a:off x="0" y="0"/>
          <a:ext cx="0" cy="0"/>
          <a:chOff x="0" y="0"/>
          <a:chExt cx="0" cy="0"/>
        </a:xfrm>
      </p:grpSpPr>
      <p:pic>
        <p:nvPicPr>
          <p:cNvPr id="3" name="Resi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96" y="260648"/>
            <a:ext cx="9144000" cy="6552728"/>
          </a:xfrm>
          <a:prstGeom prst="rect">
            <a:avLst/>
          </a:prstGeom>
        </p:spPr>
      </p:pic>
      <p:sp>
        <p:nvSpPr>
          <p:cNvPr id="4" name="Dikdörtgen 3"/>
          <p:cNvSpPr/>
          <p:nvPr/>
        </p:nvSpPr>
        <p:spPr>
          <a:xfrm>
            <a:off x="2843808" y="5085184"/>
            <a:ext cx="3384376" cy="1569660"/>
          </a:xfrm>
          <a:prstGeom prst="rect">
            <a:avLst/>
          </a:prstGeom>
          <a:noFill/>
          <a:effectLst>
            <a:outerShdw blurRad="330200" dist="38100" dir="1920000" algn="tl" rotWithShape="0">
              <a:prstClr val="black">
                <a:alpha val="40000"/>
              </a:prstClr>
            </a:outerShdw>
          </a:effectLst>
        </p:spPr>
        <p:txBody>
          <a:bodyPr wrap="square" lIns="91440" tIns="45720" rIns="91440" bIns="45720">
            <a:spAutoFit/>
          </a:bodyPr>
          <a:lstStyle/>
          <a:p>
            <a:pPr algn="ctr"/>
            <a:r>
              <a:rPr lang="tr-TR" sz="96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Exo 2 Extra Bold" pitchFamily="2" charset="-94"/>
              </a:rPr>
              <a:t>2020</a:t>
            </a:r>
            <a:endParaRPr lang="tr-TR" sz="9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Exo 2 Extra Bold" pitchFamily="2" charset="-94"/>
            </a:endParaRPr>
          </a:p>
        </p:txBody>
      </p:sp>
    </p:spTree>
    <p:extLst>
      <p:ext uri="{BB962C8B-B14F-4D97-AF65-F5344CB8AC3E}">
        <p14:creationId xmlns:p14="http://schemas.microsoft.com/office/powerpoint/2010/main" val="88460040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eşekkürSlaytı">
    <p:spTree>
      <p:nvGrpSpPr>
        <p:cNvPr id="1" name=""/>
        <p:cNvGrpSpPr/>
        <p:nvPr/>
      </p:nvGrpSpPr>
      <p:grpSpPr>
        <a:xfrm>
          <a:off x="0" y="0"/>
          <a:ext cx="0" cy="0"/>
          <a:chOff x="0" y="0"/>
          <a:chExt cx="0" cy="0"/>
        </a:xfrm>
      </p:grpSpPr>
      <p:pic>
        <p:nvPicPr>
          <p:cNvPr id="5" name="Picture 4" descr="1-01055_Template_Bar.png"/>
          <p:cNvPicPr>
            <a:picLocks noChangeAspect="1"/>
          </p:cNvPicPr>
          <p:nvPr/>
        </p:nvPicPr>
        <p:blipFill>
          <a:blip r:embed="rId2"/>
          <a:stretch>
            <a:fillRect/>
          </a:stretch>
        </p:blipFill>
        <p:spPr>
          <a:xfrm flipH="1">
            <a:off x="-955675" y="1905000"/>
            <a:ext cx="10099675" cy="2281652"/>
          </a:xfrm>
          <a:prstGeom prst="rect">
            <a:avLst/>
          </a:prstGeom>
        </p:spPr>
      </p:pic>
      <p:sp>
        <p:nvSpPr>
          <p:cNvPr id="2" name="Title 1"/>
          <p:cNvSpPr>
            <a:spLocks noGrp="1"/>
          </p:cNvSpPr>
          <p:nvPr>
            <p:ph type="ctrTitle" hasCustomPrompt="1"/>
          </p:nvPr>
        </p:nvSpPr>
        <p:spPr>
          <a:xfrm>
            <a:off x="755576" y="4365104"/>
            <a:ext cx="7992888" cy="1523494"/>
          </a:xfrm>
          <a:prstGeom prst="rect">
            <a:avLst/>
          </a:prstGeom>
        </p:spPr>
        <p:txBody>
          <a:bodyPr anchor="ctr" anchorCtr="0">
            <a:noAutofit/>
          </a:bodyPr>
          <a:lstStyle>
            <a:lvl1pPr algn="ctr">
              <a:lnSpc>
                <a:spcPct val="90000"/>
              </a:lnSpc>
              <a:defRPr sz="6000" b="1" i="1">
                <a:solidFill>
                  <a:schemeClr val="bg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r>
              <a:rPr lang="tr-TR" dirty="0" smtClean="0"/>
              <a:t>Sabrınız için teşekkürler</a:t>
            </a:r>
            <a:endParaRPr lang="en-US" dirty="0"/>
          </a:p>
        </p:txBody>
      </p:sp>
      <p:sp>
        <p:nvSpPr>
          <p:cNvPr id="7" name="Text Placeholder 6"/>
          <p:cNvSpPr>
            <a:spLocks noGrp="1"/>
          </p:cNvSpPr>
          <p:nvPr>
            <p:ph type="body" sz="quarter" idx="10" hasCustomPrompt="1"/>
          </p:nvPr>
        </p:nvSpPr>
        <p:spPr>
          <a:xfrm>
            <a:off x="755576" y="2072174"/>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ctr">
              <a:lnSpc>
                <a:spcPct val="100000"/>
              </a:lnSpc>
              <a:spcBef>
                <a:spcPts val="0"/>
              </a:spcBef>
              <a:buFont typeface="Arial" pitchFamily="34" charset="0"/>
              <a:buNone/>
              <a:defRPr lang="en-US" sz="12000" b="1" kern="1200" spc="-770" dirty="0" smtClean="0">
                <a:ln w="11430">
                  <a:solidFill>
                    <a:schemeClr val="bg2">
                      <a:lumMod val="50000"/>
                      <a:lumOff val="50000"/>
                    </a:schemeClr>
                  </a:solidFill>
                </a:ln>
                <a:gradFill>
                  <a:gsLst>
                    <a:gs pos="0">
                      <a:schemeClr val="accent2">
                        <a:lumMod val="20000"/>
                        <a:lumOff val="80000"/>
                      </a:schemeClr>
                    </a:gs>
                    <a:gs pos="37000">
                      <a:schemeClr val="tx1"/>
                    </a:gs>
                    <a:gs pos="85000">
                      <a:srgbClr val="2D8499"/>
                    </a:gs>
                  </a:gsLst>
                  <a:lin ang="5400000"/>
                </a:gradFill>
                <a:effectLst>
                  <a:outerShdw blurRad="50800" dist="39000" dir="5460000" algn="tl">
                    <a:srgbClr val="000000">
                      <a:alpha val="38000"/>
                    </a:srgbClr>
                  </a:outerShdw>
                </a:effectLst>
                <a:latin typeface="+mn-lt"/>
                <a:ea typeface="+mn-ea"/>
                <a:cs typeface="+mn-cs"/>
              </a:defRPr>
            </a:lvl1pPr>
          </a:lstStyle>
          <a:p>
            <a:r>
              <a:rPr lang="tr-TR" dirty="0" smtClean="0"/>
              <a:t>ftronline.com</a:t>
            </a:r>
            <a:endParaRPr lang="tr-TR" dirty="0"/>
          </a:p>
        </p:txBody>
      </p:sp>
      <p:sp>
        <p:nvSpPr>
          <p:cNvPr id="6" name="Title 1"/>
          <p:cNvSpPr txBox="1">
            <a:spLocks/>
          </p:cNvSpPr>
          <p:nvPr/>
        </p:nvSpPr>
        <p:spPr>
          <a:xfrm>
            <a:off x="971600" y="548680"/>
            <a:ext cx="7043208" cy="1523494"/>
          </a:xfrm>
          <a:prstGeom prst="rect">
            <a:avLst/>
          </a:prstGeom>
        </p:spPr>
        <p:txBody>
          <a:bodyPr vert="horz" wrap="square" lIns="0" tIns="0" rIns="0" bIns="0" rtlCol="0" anchor="ctr" anchorCtr="0">
            <a:noAutofit/>
          </a:bodyPr>
          <a:lstStyle>
            <a:lvl1pPr algn="ctr" defTabSz="914363" rtl="0" eaLnBrk="1" latinLnBrk="0" hangingPunct="1">
              <a:lnSpc>
                <a:spcPct val="90000"/>
              </a:lnSpc>
              <a:spcBef>
                <a:spcPct val="0"/>
              </a:spcBef>
              <a:buNone/>
              <a:defRPr lang="en-US" sz="5400" b="1" kern="1200" cap="none" spc="-150">
                <a:ln w="3175">
                  <a:solidFill>
                    <a:schemeClr val="bg2">
                      <a:lumMod val="75000"/>
                      <a:lumOff val="25000"/>
                      <a:alpha val="75000"/>
                    </a:schemeClr>
                  </a:solidFill>
                </a:ln>
                <a:gradFill flip="none" rotWithShape="1">
                  <a:gsLst>
                    <a:gs pos="0">
                      <a:schemeClr val="tx1"/>
                    </a:gs>
                    <a:gs pos="61000">
                      <a:schemeClr val="accent2">
                        <a:lumMod val="20000"/>
                        <a:lumOff val="80000"/>
                      </a:schemeClr>
                    </a:gs>
                    <a:gs pos="86000">
                      <a:schemeClr val="tx1"/>
                    </a:gs>
                  </a:gsLst>
                  <a:lin ang="5400000" scaled="0"/>
                  <a:tileRect/>
                </a:gradFill>
                <a:effectLst>
                  <a:outerShdw blurRad="114300" dir="2700000" algn="tl" rotWithShape="0">
                    <a:prstClr val="black">
                      <a:alpha val="51000"/>
                    </a:prstClr>
                  </a:outerShdw>
                </a:effectLst>
                <a:latin typeface="+mj-lt"/>
                <a:ea typeface="+mn-ea"/>
                <a:cs typeface="Arial" charset="0"/>
              </a:defRPr>
            </a:lvl1pPr>
          </a:lstStyle>
          <a:p>
            <a:endParaRPr lang="tr-TR" dirty="0"/>
          </a:p>
        </p:txBody>
      </p:sp>
      <p:sp>
        <p:nvSpPr>
          <p:cNvPr id="8" name="Title 1"/>
          <p:cNvSpPr txBox="1">
            <a:spLocks/>
          </p:cNvSpPr>
          <p:nvPr/>
        </p:nvSpPr>
        <p:spPr>
          <a:xfrm>
            <a:off x="1187624" y="381506"/>
            <a:ext cx="7043208" cy="1523494"/>
          </a:xfrm>
          <a:prstGeom prst="rect">
            <a:avLst/>
          </a:prstGeom>
        </p:spPr>
        <p:txBody>
          <a:bodyPr vert="horz" wrap="square" lIns="0" tIns="0" rIns="0" bIns="0" rtlCol="0" anchor="ctr" anchorCtr="0">
            <a:noAutofit/>
          </a:bodyPr>
          <a:lstStyle>
            <a:lvl1pPr algn="ctr" defTabSz="914363" rtl="0" eaLnBrk="1" latinLnBrk="0" hangingPunct="1">
              <a:lnSpc>
                <a:spcPct val="90000"/>
              </a:lnSpc>
              <a:spcBef>
                <a:spcPct val="0"/>
              </a:spcBef>
              <a:buNone/>
              <a:defRPr lang="en-US" sz="5400" b="1" kern="1200" cap="none" spc="-150">
                <a:ln w="3175">
                  <a:solidFill>
                    <a:schemeClr val="bg2">
                      <a:lumMod val="75000"/>
                      <a:lumOff val="25000"/>
                      <a:alpha val="75000"/>
                    </a:schemeClr>
                  </a:solidFill>
                </a:ln>
                <a:gradFill flip="none" rotWithShape="1">
                  <a:gsLst>
                    <a:gs pos="0">
                      <a:schemeClr val="tx1"/>
                    </a:gs>
                    <a:gs pos="61000">
                      <a:schemeClr val="accent2">
                        <a:lumMod val="20000"/>
                        <a:lumOff val="80000"/>
                      </a:schemeClr>
                    </a:gs>
                    <a:gs pos="86000">
                      <a:schemeClr val="tx1"/>
                    </a:gs>
                  </a:gsLst>
                  <a:lin ang="5400000" scaled="0"/>
                  <a:tileRect/>
                </a:gradFill>
                <a:effectLst/>
                <a:latin typeface="+mj-lt"/>
                <a:ea typeface="+mn-ea"/>
                <a:cs typeface="Arial" charset="0"/>
              </a:defRPr>
            </a:lvl1pPr>
          </a:lstStyle>
          <a:p>
            <a:r>
              <a:rPr lang="tr-TR" sz="7200" b="0" dirty="0" smtClean="0">
                <a:latin typeface="Futura XBlk BT" panose="020B0903020204020204" pitchFamily="34" charset="0"/>
              </a:rPr>
              <a:t>Teşekkürler</a:t>
            </a:r>
            <a:endParaRPr lang="tr-TR" sz="7200" b="0" dirty="0">
              <a:latin typeface="Futura XBlk BT" panose="020B0903020204020204" pitchFamily="34" charset="0"/>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95536" y="1224168"/>
            <a:ext cx="8424936" cy="2348848"/>
          </a:xfrm>
          <a:prstGeom prst="rect">
            <a:avLst/>
          </a:prstGeom>
        </p:spPr>
        <p:txBody>
          <a:bodyPr vert="horz" wrap="square" lIns="0" tIns="0" rIns="0" bIns="0" rtlCol="0">
            <a:spAutoFit/>
          </a:bodyPr>
          <a:lstStyle/>
          <a:p>
            <a:pPr lvl="0"/>
            <a:r>
              <a:rPr lang="tr-TR" dirty="0" smtClean="0"/>
              <a:t>Asıl metin stillerini düzenlemek için tıklatın</a:t>
            </a:r>
          </a:p>
          <a:p>
            <a:pPr lvl="1"/>
            <a:r>
              <a:rPr lang="tr-TR" dirty="0" smtClean="0"/>
              <a:t>İkinci düzey</a:t>
            </a:r>
          </a:p>
          <a:p>
            <a:pPr lvl="2"/>
            <a:r>
              <a:rPr lang="tr-TR" dirty="0" smtClean="0"/>
              <a:t>Üçüncü düzey</a:t>
            </a:r>
          </a:p>
          <a:p>
            <a:pPr lvl="3"/>
            <a:r>
              <a:rPr lang="tr-TR" dirty="0" smtClean="0"/>
              <a:t>Dördüncü düzey</a:t>
            </a:r>
          </a:p>
          <a:p>
            <a:pPr lvl="4"/>
            <a:r>
              <a:rPr lang="tr-TR" dirty="0" smtClean="0"/>
              <a:t>Beşinci düzey</a:t>
            </a:r>
            <a:endParaRPr lang="en-US" dirty="0"/>
          </a:p>
        </p:txBody>
      </p:sp>
      <p:sp>
        <p:nvSpPr>
          <p:cNvPr id="2" name="Başlık Yer Tutucusu 1"/>
          <p:cNvSpPr>
            <a:spLocks noGrp="1"/>
          </p:cNvSpPr>
          <p:nvPr>
            <p:ph type="title"/>
          </p:nvPr>
        </p:nvSpPr>
        <p:spPr>
          <a:xfrm>
            <a:off x="467544" y="404664"/>
            <a:ext cx="8229600" cy="576064"/>
          </a:xfrm>
          <a:prstGeom prst="rect">
            <a:avLst/>
          </a:prstGeom>
        </p:spPr>
        <p:txBody>
          <a:bodyPr vert="horz" lIns="91440" tIns="45720" rIns="91440" bIns="45720" rtlCol="0" anchor="ctr">
            <a:noAutofit/>
          </a:bodyPr>
          <a:lstStyle/>
          <a:p>
            <a:r>
              <a:rPr lang="tr-TR" dirty="0" smtClean="0"/>
              <a:t>Asıl Başlık Stili İçin Tıklatın</a:t>
            </a:r>
            <a:endParaRPr lang="tr-TR" dirty="0"/>
          </a:p>
        </p:txBody>
      </p:sp>
      <p:sp>
        <p:nvSpPr>
          <p:cNvPr id="4" name="Dikdörtgen 3"/>
          <p:cNvSpPr/>
          <p:nvPr/>
        </p:nvSpPr>
        <p:spPr bwMode="auto">
          <a:xfrm>
            <a:off x="179512" y="6552728"/>
            <a:ext cx="8784976" cy="332656"/>
          </a:xfrm>
          <a:prstGeom prst="rect">
            <a:avLst/>
          </a:prstGeom>
          <a:solidFill>
            <a:srgbClr val="FF7F00"/>
          </a:solidFill>
          <a:ln>
            <a:noFill/>
            <a:headEnd type="none" w="med" len="med"/>
            <a:tailEnd type="none" w="med" len="med"/>
          </a:ln>
          <a:effectLst>
            <a:glow>
              <a:schemeClr val="accent1">
                <a:alpha val="48000"/>
              </a:schemeClr>
            </a:glow>
            <a:outerShdw blurRad="50800" dist="38100" dir="16200000" rotWithShape="0">
              <a:prstClr val="black">
                <a:alpha val="40000"/>
              </a:prstClr>
            </a:outerShdw>
            <a:softEdge rad="12700"/>
          </a:effectLst>
        </p:spPr>
        <p:style>
          <a:lnRef idx="3">
            <a:schemeClr val="lt1"/>
          </a:lnRef>
          <a:fillRef idx="1">
            <a:schemeClr val="accent1"/>
          </a:fillRef>
          <a:effectRef idx="1">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tr-TR" sz="1800" spc="1000" baseline="0" dirty="0" smtClean="0">
                <a:solidFill>
                  <a:srgbClr val="FF962D"/>
                </a:solidFill>
                <a:effectLst/>
                <a:latin typeface="Times New Roman" panose="02020603050405020304" pitchFamily="18" charset="0"/>
                <a:cs typeface="Times New Roman" panose="02020603050405020304" pitchFamily="18" charset="0"/>
              </a:rPr>
              <a:t>www.ftronline.com</a:t>
            </a:r>
          </a:p>
        </p:txBody>
      </p:sp>
    </p:spTree>
  </p:cSld>
  <p:clrMap bg1="dk1" tx1="lt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Lst>
  <p:transition>
    <p:fade/>
  </p:transition>
  <p:txStyles>
    <p:titleStyle>
      <a:lvl1pPr algn="ctr" defTabSz="914363" rtl="0" eaLnBrk="1" latinLnBrk="0" hangingPunct="1">
        <a:lnSpc>
          <a:spcPct val="90000"/>
        </a:lnSpc>
        <a:spcBef>
          <a:spcPct val="0"/>
        </a:spcBef>
        <a:buNone/>
        <a:defRPr lang="en-US" sz="3500" b="0" kern="1200" cap="none" spc="0" dirty="0">
          <a:ln>
            <a:noFill/>
          </a:ln>
          <a:solidFill>
            <a:schemeClr val="bg1">
              <a:lumMod val="85000"/>
              <a:lumOff val="15000"/>
            </a:schemeClr>
          </a:solidFill>
          <a:effectLst/>
          <a:latin typeface="+mj-lt"/>
          <a:ea typeface="Segoe UI" pitchFamily="34" charset="0"/>
          <a:cs typeface="Segoe UI" pitchFamily="34" charset="0"/>
        </a:defRPr>
      </a:lvl1pPr>
    </p:titleStyle>
    <p:bodyStyle>
      <a:lvl1pPr marL="396875" indent="-396875" algn="l" defTabSz="914363" rtl="0" eaLnBrk="1" latinLnBrk="0" hangingPunct="1">
        <a:lnSpc>
          <a:spcPct val="100000"/>
        </a:lnSpc>
        <a:spcBef>
          <a:spcPts val="1400"/>
        </a:spcBef>
        <a:spcAft>
          <a:spcPts val="600"/>
        </a:spcAft>
        <a:buFontTx/>
        <a:buBlip>
          <a:blip r:embed="rId17"/>
        </a:buBlip>
        <a:defRPr sz="2500" kern="1200">
          <a:solidFill>
            <a:schemeClr val="bg1"/>
          </a:solidFill>
          <a:latin typeface="+mj-lt"/>
          <a:ea typeface="+mn-ea"/>
          <a:cs typeface="+mn-cs"/>
        </a:defRPr>
      </a:lvl1pPr>
      <a:lvl2pPr marL="914400" indent="-396875" algn="l" defTabSz="914363" rtl="0" eaLnBrk="1" latinLnBrk="0" hangingPunct="1">
        <a:lnSpc>
          <a:spcPct val="100000"/>
        </a:lnSpc>
        <a:spcBef>
          <a:spcPts val="800"/>
        </a:spcBef>
        <a:spcAft>
          <a:spcPts val="200"/>
        </a:spcAft>
        <a:buFontTx/>
        <a:buBlip>
          <a:blip r:embed="rId17"/>
        </a:buBlip>
        <a:defRPr sz="2400" kern="1200">
          <a:solidFill>
            <a:schemeClr val="bg1"/>
          </a:solidFill>
          <a:latin typeface="+mj-lt"/>
          <a:ea typeface="+mn-ea"/>
          <a:cs typeface="+mn-cs"/>
        </a:defRPr>
      </a:lvl2pPr>
      <a:lvl3pPr marL="1258888" indent="-344488" algn="l" defTabSz="914363" rtl="0" eaLnBrk="1" latinLnBrk="0" hangingPunct="1">
        <a:lnSpc>
          <a:spcPct val="100000"/>
        </a:lnSpc>
        <a:spcBef>
          <a:spcPts val="800"/>
        </a:spcBef>
        <a:buFontTx/>
        <a:buBlip>
          <a:blip r:embed="rId17"/>
        </a:buBlip>
        <a:defRPr sz="2300" kern="1200">
          <a:solidFill>
            <a:schemeClr val="bg1"/>
          </a:solidFill>
          <a:latin typeface="+mj-lt"/>
          <a:ea typeface="+mn-ea"/>
          <a:cs typeface="+mn-cs"/>
        </a:defRPr>
      </a:lvl3pPr>
      <a:lvl4pPr marL="1604963" indent="-346075" algn="l" defTabSz="914363" rtl="0" eaLnBrk="1" latinLnBrk="0" hangingPunct="1">
        <a:lnSpc>
          <a:spcPct val="110000"/>
        </a:lnSpc>
        <a:spcBef>
          <a:spcPts val="700"/>
        </a:spcBef>
        <a:buFontTx/>
        <a:buBlip>
          <a:blip r:embed="rId17"/>
        </a:buBlip>
        <a:defRPr sz="2100" kern="1200">
          <a:solidFill>
            <a:schemeClr val="bg1"/>
          </a:solidFill>
          <a:latin typeface="+mj-lt"/>
          <a:ea typeface="+mn-ea"/>
          <a:cs typeface="+mn-cs"/>
        </a:defRPr>
      </a:lvl4pPr>
      <a:lvl5pPr marL="1941513" indent="-336550" algn="l" defTabSz="914363" rtl="0" eaLnBrk="1" latinLnBrk="0" hangingPunct="1">
        <a:lnSpc>
          <a:spcPct val="110000"/>
        </a:lnSpc>
        <a:spcBef>
          <a:spcPts val="700"/>
        </a:spcBef>
        <a:buFontTx/>
        <a:buBlip>
          <a:blip r:embed="rId17"/>
        </a:buBlip>
        <a:defRPr sz="2000" kern="1200">
          <a:solidFill>
            <a:schemeClr val="bg1"/>
          </a:solidFill>
          <a:latin typeface="+mj-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t Başlık 1"/>
          <p:cNvSpPr>
            <a:spLocks noGrp="1"/>
          </p:cNvSpPr>
          <p:nvPr>
            <p:ph type="subTitle" idx="1"/>
          </p:nvPr>
        </p:nvSpPr>
        <p:spPr/>
        <p:txBody>
          <a:bodyPr/>
          <a:lstStyle/>
          <a:p>
            <a:r>
              <a:rPr lang="tr-TR" sz="2400" dirty="0" smtClean="0"/>
              <a:t>Hazırlayan: </a:t>
            </a:r>
            <a:r>
              <a:rPr lang="tr-TR" dirty="0"/>
              <a:t>Dr. Sercan </a:t>
            </a:r>
            <a:r>
              <a:rPr lang="tr-TR" dirty="0" smtClean="0"/>
              <a:t>Gücenmez </a:t>
            </a:r>
            <a:r>
              <a:rPr lang="tr-TR" sz="2400" dirty="0" smtClean="0"/>
              <a:t>2020 Şubat</a:t>
            </a:r>
            <a:endParaRPr lang="tr-TR" sz="2400" dirty="0"/>
          </a:p>
        </p:txBody>
      </p:sp>
      <p:sp>
        <p:nvSpPr>
          <p:cNvPr id="3" name="Başlık 2"/>
          <p:cNvSpPr>
            <a:spLocks noGrp="1"/>
          </p:cNvSpPr>
          <p:nvPr>
            <p:ph type="ctrTitle"/>
          </p:nvPr>
        </p:nvSpPr>
        <p:spPr>
          <a:xfrm>
            <a:off x="611560" y="2636912"/>
            <a:ext cx="8136904" cy="1368152"/>
          </a:xfrm>
        </p:spPr>
        <p:txBody>
          <a:bodyPr/>
          <a:lstStyle/>
          <a:p>
            <a:pPr>
              <a:lnSpc>
                <a:spcPct val="100000"/>
              </a:lnSpc>
            </a:pPr>
            <a:r>
              <a:rPr lang="tr-TR" dirty="0"/>
              <a:t>2019 EULAR </a:t>
            </a:r>
            <a:r>
              <a:rPr lang="tr-TR" dirty="0" smtClean="0"/>
              <a:t/>
            </a:r>
            <a:br>
              <a:rPr lang="tr-TR" dirty="0" smtClean="0"/>
            </a:br>
            <a:r>
              <a:rPr lang="tr-TR" dirty="0" smtClean="0"/>
              <a:t>Sjögren Sendromu Topikal ve Sistemik İlaçlarla Tedavi Önerileri</a:t>
            </a:r>
            <a:endParaRPr lang="tr-TR" dirty="0"/>
          </a:p>
        </p:txBody>
      </p:sp>
    </p:spTree>
    <p:extLst>
      <p:ext uri="{BB962C8B-B14F-4D97-AF65-F5344CB8AC3E}">
        <p14:creationId xmlns:p14="http://schemas.microsoft.com/office/powerpoint/2010/main" val="238787619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ctrTitle"/>
          </p:nvPr>
        </p:nvSpPr>
        <p:spPr/>
        <p:txBody>
          <a:bodyPr/>
          <a:lstStyle/>
          <a:p>
            <a:endParaRPr lang="tr-TR"/>
          </a:p>
        </p:txBody>
      </p:sp>
      <p:pic>
        <p:nvPicPr>
          <p:cNvPr id="5" name="Resim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1484784"/>
            <a:ext cx="7968308" cy="4104456"/>
          </a:xfrm>
          <a:prstGeom prst="rect">
            <a:avLst/>
          </a:prstGeom>
        </p:spPr>
      </p:pic>
      <p:sp>
        <p:nvSpPr>
          <p:cNvPr id="6" name="Alt Başlık 1"/>
          <p:cNvSpPr>
            <a:spLocks noGrp="1"/>
          </p:cNvSpPr>
          <p:nvPr/>
        </p:nvSpPr>
        <p:spPr>
          <a:xfrm>
            <a:off x="442964" y="5877272"/>
            <a:ext cx="8136904" cy="461665"/>
          </a:xfrm>
          <a:prstGeom prst="rect">
            <a:avLst/>
          </a:prstGeom>
        </p:spPr>
        <p:txBody>
          <a:bodyPr vert="horz" wrap="square" lIns="0" tIns="0" rIns="0" bIns="0" rtlCol="0">
            <a:noAutofit/>
          </a:bodyPr>
          <a:lstStyle>
            <a:lvl1pPr marL="0" indent="0" algn="ctr" defTabSz="914363" rtl="0" eaLnBrk="1" latinLnBrk="0" hangingPunct="1">
              <a:lnSpc>
                <a:spcPct val="90000"/>
              </a:lnSpc>
              <a:spcBef>
                <a:spcPts val="0"/>
              </a:spcBef>
              <a:buFontTx/>
              <a:buNone/>
              <a:defRPr sz="2800" b="1" kern="1200" baseline="0">
                <a:solidFill>
                  <a:schemeClr val="accent1">
                    <a:lumMod val="20000"/>
                    <a:lumOff val="80000"/>
                  </a:schemeClr>
                </a:solidFill>
                <a:latin typeface="Segoe UI" pitchFamily="34" charset="0"/>
                <a:ea typeface="Segoe UI" pitchFamily="34" charset="0"/>
                <a:cs typeface="Segoe UI" pitchFamily="34" charset="0"/>
              </a:defRPr>
            </a:lvl1pPr>
            <a:lvl2pPr marL="457182" indent="0" algn="ctr" defTabSz="914363" rtl="0" eaLnBrk="1" latinLnBrk="0" hangingPunct="1">
              <a:lnSpc>
                <a:spcPct val="110000"/>
              </a:lnSpc>
              <a:spcBef>
                <a:spcPts val="1000"/>
              </a:spcBef>
              <a:buFontTx/>
              <a:buNone/>
              <a:defRPr sz="2100" kern="1200">
                <a:solidFill>
                  <a:schemeClr val="tx1">
                    <a:tint val="75000"/>
                  </a:schemeClr>
                </a:solidFill>
                <a:latin typeface="Segoe UI Semibold" pitchFamily="34" charset="0"/>
                <a:ea typeface="+mn-ea"/>
                <a:cs typeface="+mn-cs"/>
              </a:defRPr>
            </a:lvl2pPr>
            <a:lvl3pPr marL="914363" indent="0" algn="ctr" defTabSz="914363" rtl="0" eaLnBrk="1" latinLnBrk="0" hangingPunct="1">
              <a:lnSpc>
                <a:spcPct val="110000"/>
              </a:lnSpc>
              <a:spcBef>
                <a:spcPts val="1000"/>
              </a:spcBef>
              <a:buFontTx/>
              <a:buNone/>
              <a:defRPr sz="2000" kern="1200">
                <a:solidFill>
                  <a:schemeClr val="tx1">
                    <a:tint val="75000"/>
                  </a:schemeClr>
                </a:solidFill>
                <a:latin typeface="Segoe UI Semibold" pitchFamily="34" charset="0"/>
                <a:ea typeface="+mn-ea"/>
                <a:cs typeface="+mn-cs"/>
              </a:defRPr>
            </a:lvl3pPr>
            <a:lvl4pPr marL="1371545" indent="0" algn="ctr" defTabSz="914363" rtl="0" eaLnBrk="1" latinLnBrk="0" hangingPunct="1">
              <a:lnSpc>
                <a:spcPct val="110000"/>
              </a:lnSpc>
              <a:spcBef>
                <a:spcPts val="700"/>
              </a:spcBef>
              <a:buFontTx/>
              <a:buNone/>
              <a:defRPr sz="1800" kern="1200">
                <a:solidFill>
                  <a:schemeClr val="tx1">
                    <a:tint val="75000"/>
                  </a:schemeClr>
                </a:solidFill>
                <a:latin typeface="Segoe UI Semibold" pitchFamily="34" charset="0"/>
                <a:ea typeface="+mn-ea"/>
                <a:cs typeface="+mn-cs"/>
              </a:defRPr>
            </a:lvl4pPr>
            <a:lvl5pPr marL="1828727" indent="0" algn="ctr" defTabSz="914363" rtl="0" eaLnBrk="1" latinLnBrk="0" hangingPunct="1">
              <a:lnSpc>
                <a:spcPct val="110000"/>
              </a:lnSpc>
              <a:spcBef>
                <a:spcPts val="700"/>
              </a:spcBef>
              <a:buFontTx/>
              <a:buNone/>
              <a:defRPr sz="1800" kern="1200">
                <a:solidFill>
                  <a:schemeClr val="tx1">
                    <a:tint val="75000"/>
                  </a:schemeClr>
                </a:solidFill>
                <a:latin typeface="Segoe UI Semibold" pitchFamily="34" charset="0"/>
                <a:ea typeface="+mn-ea"/>
                <a:cs typeface="+mn-cs"/>
              </a:defRPr>
            </a:lvl5pPr>
            <a:lvl6pPr marL="2285909" indent="0" algn="ctr" defTabSz="914363"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090" indent="0" algn="ctr" defTabSz="914363"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272" indent="0" algn="ctr" defTabSz="914363"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454" indent="0" algn="ctr" defTabSz="914363"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tr-TR" sz="2400" dirty="0" smtClean="0">
                <a:solidFill>
                  <a:schemeClr val="bg1"/>
                </a:solidFill>
              </a:rPr>
              <a:t>Hazırlayan: </a:t>
            </a:r>
            <a:r>
              <a:rPr lang="tr-TR" dirty="0">
                <a:solidFill>
                  <a:schemeClr val="bg1"/>
                </a:solidFill>
              </a:rPr>
              <a:t>Dr. Sercan </a:t>
            </a:r>
            <a:r>
              <a:rPr lang="tr-TR" dirty="0" smtClean="0">
                <a:solidFill>
                  <a:schemeClr val="bg1"/>
                </a:solidFill>
              </a:rPr>
              <a:t>Gücenmez </a:t>
            </a:r>
            <a:r>
              <a:rPr lang="tr-TR" sz="2400" dirty="0" smtClean="0">
                <a:solidFill>
                  <a:schemeClr val="bg1"/>
                </a:solidFill>
              </a:rPr>
              <a:t>2020 Şubat</a:t>
            </a:r>
            <a:endParaRPr lang="tr-TR" sz="2400" dirty="0">
              <a:solidFill>
                <a:schemeClr val="bg1"/>
              </a:solidFill>
            </a:endParaRPr>
          </a:p>
        </p:txBody>
      </p:sp>
    </p:spTree>
    <p:extLst>
      <p:ext uri="{BB962C8B-B14F-4D97-AF65-F5344CB8AC3E}">
        <p14:creationId xmlns:p14="http://schemas.microsoft.com/office/powerpoint/2010/main" val="120729118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title"/>
          </p:nvPr>
        </p:nvSpPr>
        <p:spPr/>
        <p:txBody>
          <a:bodyPr/>
          <a:lstStyle/>
          <a:p>
            <a:r>
              <a:rPr lang="tr-TR" smtClean="0"/>
              <a:t>Özet</a:t>
            </a:r>
            <a:endParaRPr lang="tr-TR" dirty="0"/>
          </a:p>
        </p:txBody>
      </p:sp>
      <p:sp>
        <p:nvSpPr>
          <p:cNvPr id="5" name="Metin Yer Tutucusu 4"/>
          <p:cNvSpPr>
            <a:spLocks noGrp="1"/>
          </p:cNvSpPr>
          <p:nvPr>
            <p:ph type="body" sz="quarter" idx="10"/>
          </p:nvPr>
        </p:nvSpPr>
        <p:spPr/>
        <p:txBody>
          <a:bodyPr/>
          <a:lstStyle/>
          <a:p>
            <a:r>
              <a:rPr lang="en-US" smtClean="0"/>
              <a:t>2014 EULAR standart çalışma prosedürlerine göre sağlık </a:t>
            </a:r>
            <a:r>
              <a:rPr lang="tr-TR" smtClean="0"/>
              <a:t>çalışanları</a:t>
            </a:r>
            <a:r>
              <a:rPr lang="en-US" smtClean="0"/>
              <a:t>, uzman doktorlar, tıp öğrencileri, ilaç endüstrisi ve ilaç düzenleyici kuruluşlar için yararlı olabilecek, SjS hastalarına faydalı </a:t>
            </a:r>
            <a:r>
              <a:rPr lang="tr-TR" smtClean="0"/>
              <a:t>öneriler</a:t>
            </a:r>
            <a:r>
              <a:rPr lang="en-US" smtClean="0"/>
              <a:t> geliştirmektir.</a:t>
            </a:r>
            <a:endParaRPr lang="en-US" dirty="0"/>
          </a:p>
        </p:txBody>
      </p:sp>
    </p:spTree>
    <p:extLst>
      <p:ext uri="{BB962C8B-B14F-4D97-AF65-F5344CB8AC3E}">
        <p14:creationId xmlns:p14="http://schemas.microsoft.com/office/powerpoint/2010/main" val="161020653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title"/>
          </p:nvPr>
        </p:nvSpPr>
        <p:spPr/>
        <p:txBody>
          <a:bodyPr/>
          <a:lstStyle/>
          <a:p>
            <a:r>
              <a:rPr lang="tr-TR" smtClean="0"/>
              <a:t>Özet</a:t>
            </a:r>
            <a:endParaRPr lang="tr-TR" dirty="0"/>
          </a:p>
        </p:txBody>
      </p:sp>
      <p:sp>
        <p:nvSpPr>
          <p:cNvPr id="5" name="Metin Yer Tutucusu 4"/>
          <p:cNvSpPr>
            <a:spLocks noGrp="1"/>
          </p:cNvSpPr>
          <p:nvPr>
            <p:ph idx="1"/>
          </p:nvPr>
        </p:nvSpPr>
        <p:spPr>
          <a:xfrm>
            <a:off x="1331640" y="1411552"/>
            <a:ext cx="7431360" cy="4575612"/>
          </a:xfrm>
        </p:spPr>
        <p:txBody>
          <a:bodyPr/>
          <a:lstStyle/>
          <a:p>
            <a:r>
              <a:rPr lang="tr-TR" dirty="0" smtClean="0"/>
              <a:t>Çalışma kurulu</a:t>
            </a:r>
          </a:p>
          <a:p>
            <a:pPr lvl="1"/>
            <a:r>
              <a:rPr lang="tr-TR" dirty="0" smtClean="0"/>
              <a:t>13 romatolog</a:t>
            </a:r>
          </a:p>
          <a:p>
            <a:pPr lvl="1"/>
            <a:r>
              <a:rPr lang="tr-TR" dirty="0" smtClean="0"/>
              <a:t>4 iç hastalıkları uzmanı</a:t>
            </a:r>
          </a:p>
          <a:p>
            <a:pPr lvl="1"/>
            <a:r>
              <a:rPr lang="tr-TR" dirty="0" smtClean="0"/>
              <a:t>1 birinci basamak sağlık personeli</a:t>
            </a:r>
          </a:p>
          <a:p>
            <a:pPr lvl="1"/>
            <a:r>
              <a:rPr lang="tr-TR" dirty="0" smtClean="0"/>
              <a:t>1 Ağız sağlığı uzmanı</a:t>
            </a:r>
          </a:p>
          <a:p>
            <a:pPr lvl="1"/>
            <a:r>
              <a:rPr lang="tr-TR" dirty="0" smtClean="0"/>
              <a:t>1 Epidemiyolog</a:t>
            </a:r>
          </a:p>
          <a:p>
            <a:pPr lvl="1"/>
            <a:r>
              <a:rPr lang="tr-TR" dirty="0" smtClean="0"/>
              <a:t>1 İstatistikçi</a:t>
            </a:r>
          </a:p>
          <a:p>
            <a:pPr lvl="1"/>
            <a:r>
              <a:rPr lang="tr-TR" dirty="0" smtClean="0"/>
              <a:t>1 Sağlık uzmanı temsilcisi</a:t>
            </a:r>
          </a:p>
          <a:p>
            <a:pPr lvl="1"/>
            <a:r>
              <a:rPr lang="tr-TR" dirty="0" smtClean="0"/>
              <a:t>2 Hasta </a:t>
            </a:r>
          </a:p>
          <a:p>
            <a:r>
              <a:rPr lang="tr-TR" dirty="0" smtClean="0"/>
              <a:t>içermektedir</a:t>
            </a:r>
            <a:endParaRPr lang="tr-TR" dirty="0"/>
          </a:p>
        </p:txBody>
      </p:sp>
    </p:spTree>
    <p:extLst>
      <p:ext uri="{BB962C8B-B14F-4D97-AF65-F5344CB8AC3E}">
        <p14:creationId xmlns:p14="http://schemas.microsoft.com/office/powerpoint/2010/main" val="185224501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title"/>
          </p:nvPr>
        </p:nvSpPr>
        <p:spPr/>
        <p:txBody>
          <a:bodyPr/>
          <a:lstStyle/>
          <a:p>
            <a:r>
              <a:rPr lang="tr-TR" dirty="0" err="1"/>
              <a:t>Konsensus</a:t>
            </a:r>
            <a:r>
              <a:rPr lang="tr-TR" dirty="0"/>
              <a:t> basamakları</a:t>
            </a:r>
          </a:p>
        </p:txBody>
      </p:sp>
      <p:sp>
        <p:nvSpPr>
          <p:cNvPr id="5" name="Metin Yer Tutucusu 4"/>
          <p:cNvSpPr>
            <a:spLocks noGrp="1"/>
          </p:cNvSpPr>
          <p:nvPr>
            <p:ph idx="1"/>
          </p:nvPr>
        </p:nvSpPr>
        <p:spPr>
          <a:xfrm>
            <a:off x="381000" y="1411552"/>
            <a:ext cx="8382000" cy="4308872"/>
          </a:xfrm>
        </p:spPr>
        <p:txBody>
          <a:bodyPr/>
          <a:lstStyle/>
          <a:p>
            <a:r>
              <a:rPr lang="tr-TR" dirty="0"/>
              <a:t>Ocak 1986-Aralık 2017 yıllarını içeren literatür taraması</a:t>
            </a:r>
          </a:p>
          <a:p>
            <a:r>
              <a:rPr lang="tr-TR" dirty="0" smtClean="0"/>
              <a:t>5 </a:t>
            </a:r>
            <a:r>
              <a:rPr lang="tr-TR" dirty="0"/>
              <a:t>kıtayı temsil eden 30 ülkeden (Türkiye dahil) 77 uzman (romatolog, iç hastalıkları uzmanı, oftalmolog, jinekolog, </a:t>
            </a:r>
            <a:r>
              <a:rPr lang="tr-TR" dirty="0" smtClean="0"/>
              <a:t>dermatolog, </a:t>
            </a:r>
            <a:r>
              <a:rPr lang="tr-TR" dirty="0" err="1" smtClean="0"/>
              <a:t>epidemiyolog</a:t>
            </a:r>
            <a:r>
              <a:rPr lang="tr-TR" dirty="0" smtClean="0"/>
              <a:t>, </a:t>
            </a:r>
            <a:r>
              <a:rPr lang="tr-TR" dirty="0"/>
              <a:t>istatistikçi, aile hekimi, hemşire, hasta temsilcileri) tarafından oluşturulmuş danışma kurulu ile toplantılar.</a:t>
            </a:r>
          </a:p>
          <a:p>
            <a:endParaRPr lang="tr-TR" dirty="0"/>
          </a:p>
          <a:p>
            <a:r>
              <a:rPr lang="tr-TR" dirty="0"/>
              <a:t>İkinci toplantıyı takiben web tabanlı </a:t>
            </a:r>
            <a:r>
              <a:rPr lang="tr-TR" dirty="0" err="1"/>
              <a:t>Delphi</a:t>
            </a:r>
            <a:r>
              <a:rPr lang="tr-TR" dirty="0"/>
              <a:t> oylaması (1: önemsiz, 5: çok önemli olacak şekilde), ortalama skoru 4 üzerinde olan öneriler kabul edilmiş. </a:t>
            </a:r>
          </a:p>
        </p:txBody>
      </p:sp>
    </p:spTree>
    <p:extLst>
      <p:ext uri="{BB962C8B-B14F-4D97-AF65-F5344CB8AC3E}">
        <p14:creationId xmlns:p14="http://schemas.microsoft.com/office/powerpoint/2010/main" val="270714965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Metin Yer Tutucusu 2"/>
          <p:cNvSpPr>
            <a:spLocks noGrp="1"/>
          </p:cNvSpPr>
          <p:nvPr>
            <p:ph idx="1"/>
          </p:nvPr>
        </p:nvSpPr>
        <p:spPr/>
        <p:txBody>
          <a:bodyPr/>
          <a:lstStyle/>
          <a:p>
            <a:endParaRPr lang="tr-TR"/>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41246"/>
            <a:ext cx="9144000" cy="5375507"/>
          </a:xfrm>
          <a:prstGeom prst="rect">
            <a:avLst/>
          </a:prstGeom>
        </p:spPr>
      </p:pic>
    </p:spTree>
    <p:extLst>
      <p:ext uri="{BB962C8B-B14F-4D97-AF65-F5344CB8AC3E}">
        <p14:creationId xmlns:p14="http://schemas.microsoft.com/office/powerpoint/2010/main" val="347348084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Ağız Kuruluğunun Tedavisi</a:t>
            </a:r>
            <a:endParaRPr lang="tr-TR" dirty="0"/>
          </a:p>
        </p:txBody>
      </p:sp>
      <p:sp>
        <p:nvSpPr>
          <p:cNvPr id="3" name="Metin Yer Tutucusu 2"/>
          <p:cNvSpPr>
            <a:spLocks noGrp="1"/>
          </p:cNvSpPr>
          <p:nvPr>
            <p:ph idx="1"/>
          </p:nvPr>
        </p:nvSpPr>
        <p:spPr>
          <a:xfrm>
            <a:off x="381000" y="1411552"/>
            <a:ext cx="8382000" cy="3441968"/>
          </a:xfrm>
        </p:spPr>
        <p:txBody>
          <a:bodyPr/>
          <a:lstStyle/>
          <a:p>
            <a:r>
              <a:rPr lang="tr-TR" dirty="0" err="1" smtClean="0"/>
              <a:t>SjS</a:t>
            </a:r>
            <a:r>
              <a:rPr lang="tr-TR" dirty="0" smtClean="0"/>
              <a:t> sadece kuruluk, yorgunluk ve ağrı gibi semptomların sağlıkla ilişkili yaşam kalitesi (</a:t>
            </a:r>
            <a:r>
              <a:rPr lang="tr-TR" dirty="0" err="1" smtClean="0"/>
              <a:t>HRQoL</a:t>
            </a:r>
            <a:r>
              <a:rPr lang="tr-TR" dirty="0" smtClean="0"/>
              <a:t>) üzerine ağır etkileri nedeniyle değil, aynı zamanda iç organların tutulumu nedeniyle de ciddi bir sistemik hastalıktır.</a:t>
            </a:r>
          </a:p>
          <a:p>
            <a:r>
              <a:rPr lang="tr-TR" dirty="0" smtClean="0"/>
              <a:t>Tüm hastalarda hedeflenen ‘kuruluğun tamamen ortadan kalkması’ şu anda tedavi edilemediğinden, çalışma ekibi klinik olarak minimal önemli iyileşmeleri veya hastanın semptomlarının kabul edilebilir düzeyde azalması gibi daha gerçekçi sonuçların araştırılmasını önermektedir. </a:t>
            </a:r>
          </a:p>
        </p:txBody>
      </p:sp>
    </p:spTree>
    <p:extLst>
      <p:ext uri="{BB962C8B-B14F-4D97-AF65-F5344CB8AC3E}">
        <p14:creationId xmlns:p14="http://schemas.microsoft.com/office/powerpoint/2010/main" val="364781175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Ağız Kuruluğunun Tedavisi</a:t>
            </a:r>
            <a:endParaRPr lang="tr-TR" dirty="0"/>
          </a:p>
        </p:txBody>
      </p:sp>
      <p:sp>
        <p:nvSpPr>
          <p:cNvPr id="3" name="Metin Yer Tutucusu 2"/>
          <p:cNvSpPr>
            <a:spLocks noGrp="1"/>
          </p:cNvSpPr>
          <p:nvPr>
            <p:ph type="body" sz="quarter" idx="10"/>
          </p:nvPr>
        </p:nvSpPr>
        <p:spPr/>
        <p:txBody>
          <a:bodyPr/>
          <a:lstStyle/>
          <a:p>
            <a:r>
              <a:rPr lang="tr-TR" dirty="0" smtClean="0"/>
              <a:t>Çeşitli çalışmalar kuruluğun semptomlarının giderilmesi için topikal tedavilerin günlük olarak alınmasını desteklediğini ve önemli yan etkiler olmadan </a:t>
            </a:r>
            <a:r>
              <a:rPr lang="tr-TR" dirty="0" err="1" smtClean="0"/>
              <a:t>HRQoL'de</a:t>
            </a:r>
            <a:r>
              <a:rPr lang="tr-TR" dirty="0" smtClean="0"/>
              <a:t> önemli bir iyileşme sağladığını savunmaktadır.</a:t>
            </a:r>
          </a:p>
          <a:p>
            <a:r>
              <a:rPr lang="tr-TR" dirty="0" smtClean="0"/>
              <a:t>Bu tedaviler, glandüler disfonksiyonun objektif olarak doğrulanmasından hemen sonra başlatılmalıdır.</a:t>
            </a:r>
            <a:endParaRPr lang="tr-TR" dirty="0"/>
          </a:p>
        </p:txBody>
      </p:sp>
    </p:spTree>
    <p:extLst>
      <p:ext uri="{BB962C8B-B14F-4D97-AF65-F5344CB8AC3E}">
        <p14:creationId xmlns:p14="http://schemas.microsoft.com/office/powerpoint/2010/main" val="63239333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title"/>
          </p:nvPr>
        </p:nvSpPr>
        <p:spPr>
          <a:xfrm>
            <a:off x="395536" y="714762"/>
            <a:ext cx="8382000" cy="553998"/>
          </a:xfrm>
        </p:spPr>
        <p:txBody>
          <a:bodyPr/>
          <a:lstStyle/>
          <a:p>
            <a:r>
              <a:rPr lang="tr-TR" dirty="0"/>
              <a:t>Aktif sistemik hastalığın tedavisi için sistemik tedaviler düşünülebilir</a:t>
            </a:r>
            <a:r>
              <a:rPr lang="tr-TR" dirty="0" smtClean="0"/>
              <a:t>.</a:t>
            </a:r>
            <a:endParaRPr lang="tr-TR" dirty="0"/>
          </a:p>
        </p:txBody>
      </p:sp>
      <p:sp>
        <p:nvSpPr>
          <p:cNvPr id="5" name="Metin Yer Tutucusu 4"/>
          <p:cNvSpPr>
            <a:spLocks noGrp="1"/>
          </p:cNvSpPr>
          <p:nvPr>
            <p:ph idx="1"/>
          </p:nvPr>
        </p:nvSpPr>
        <p:spPr>
          <a:xfrm>
            <a:off x="381000" y="1824881"/>
            <a:ext cx="8382000" cy="4052391"/>
          </a:xfrm>
        </p:spPr>
        <p:txBody>
          <a:bodyPr/>
          <a:lstStyle/>
          <a:p>
            <a:r>
              <a:rPr lang="tr-TR" dirty="0"/>
              <a:t>Sistemik hastalık, </a:t>
            </a:r>
            <a:r>
              <a:rPr lang="tr-TR" dirty="0" err="1"/>
              <a:t>SjS'nin</a:t>
            </a:r>
            <a:r>
              <a:rPr lang="tr-TR" dirty="0"/>
              <a:t> önemli bir prognostik belirleyicisidir ve sonunda geri dönüşümsüz hale gelebilecek otoimmün aracılı organ disfonksiyonuna bağlıdır.</a:t>
            </a:r>
          </a:p>
          <a:p>
            <a:r>
              <a:rPr lang="tr-TR" dirty="0" err="1" smtClean="0"/>
              <a:t>SjS’de</a:t>
            </a:r>
            <a:r>
              <a:rPr lang="tr-TR" dirty="0" smtClean="0"/>
              <a:t> </a:t>
            </a:r>
            <a:r>
              <a:rPr lang="tr-TR" dirty="0"/>
              <a:t>tedavi iki basamaktan oluşur ve ilk olarak en kısa sürede organın işlevini geri kazanmayı hedefleyen yoğun immünosüpresif yaklaşım içeren bir program takip edilmelidir.</a:t>
            </a:r>
          </a:p>
          <a:p>
            <a:r>
              <a:rPr lang="tr-TR" dirty="0" smtClean="0"/>
              <a:t>Ardından </a:t>
            </a:r>
            <a:r>
              <a:rPr lang="tr-TR" dirty="0"/>
              <a:t>ilk </a:t>
            </a:r>
            <a:r>
              <a:rPr lang="tr-TR" dirty="0" smtClean="0"/>
              <a:t>terapötik </a:t>
            </a:r>
            <a:r>
              <a:rPr lang="tr-TR" dirty="0"/>
              <a:t>cevabın oluşumunu (remisyonun sürdürülmesi) sağlamayı amaçlayan ikinci bir </a:t>
            </a:r>
            <a:r>
              <a:rPr lang="tr-TR" dirty="0" smtClean="0"/>
              <a:t>terapötik </a:t>
            </a:r>
            <a:r>
              <a:rPr lang="tr-TR" dirty="0"/>
              <a:t>program ilk programı izler</a:t>
            </a:r>
            <a:r>
              <a:rPr lang="tr-TR" dirty="0" smtClean="0"/>
              <a:t>.</a:t>
            </a:r>
            <a:endParaRPr lang="tr-TR" dirty="0"/>
          </a:p>
        </p:txBody>
      </p:sp>
    </p:spTree>
    <p:extLst>
      <p:ext uri="{BB962C8B-B14F-4D97-AF65-F5344CB8AC3E}">
        <p14:creationId xmlns:p14="http://schemas.microsoft.com/office/powerpoint/2010/main" val="109717650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title"/>
          </p:nvPr>
        </p:nvSpPr>
        <p:spPr/>
        <p:txBody>
          <a:bodyPr/>
          <a:lstStyle/>
          <a:p>
            <a:r>
              <a:rPr lang="tr-TR" smtClean="0"/>
              <a:t>Ağız kuruluğu tedavisine başlamadan önce tükürük bezi fonksiyonunun ​ değerlendirilmesi önerilir. </a:t>
            </a:r>
            <a:endParaRPr lang="tr-TR" dirty="0"/>
          </a:p>
        </p:txBody>
      </p:sp>
      <p:sp>
        <p:nvSpPr>
          <p:cNvPr id="7" name="Metin Yer Tutucusu 6"/>
          <p:cNvSpPr>
            <a:spLocks noGrp="1"/>
          </p:cNvSpPr>
          <p:nvPr>
            <p:ph type="body" sz="quarter" idx="10"/>
          </p:nvPr>
        </p:nvSpPr>
        <p:spPr>
          <a:xfrm>
            <a:off x="395536" y="2811413"/>
            <a:ext cx="8382000" cy="1769715"/>
          </a:xfrm>
        </p:spPr>
        <p:txBody>
          <a:bodyPr/>
          <a:lstStyle/>
          <a:p>
            <a:r>
              <a:rPr lang="tr-TR" dirty="0" smtClean="0"/>
              <a:t>Terapötik </a:t>
            </a:r>
            <a:r>
              <a:rPr lang="tr-TR" dirty="0"/>
              <a:t>müdahalelere başlanmadan önce tükürük değerlerinin ölçülmesi ve her koşulda </a:t>
            </a:r>
            <a:r>
              <a:rPr lang="tr-TR" dirty="0" err="1"/>
              <a:t>SjS</a:t>
            </a:r>
            <a:r>
              <a:rPr lang="tr-TR" dirty="0"/>
              <a:t> ile ilgili olmayan durumların </a:t>
            </a:r>
            <a:r>
              <a:rPr lang="tr-TR" dirty="0" smtClean="0"/>
              <a:t>(kandidiazis </a:t>
            </a:r>
            <a:r>
              <a:rPr lang="tr-TR" dirty="0"/>
              <a:t>gibi) dışlanmasını içeren tükürük bezi fonksiyonunun temel değerlendirmesinin yanı sıra tükürük sintigrafisi de önerilmiştir. </a:t>
            </a:r>
          </a:p>
        </p:txBody>
      </p:sp>
    </p:spTree>
    <p:extLst>
      <p:ext uri="{BB962C8B-B14F-4D97-AF65-F5344CB8AC3E}">
        <p14:creationId xmlns:p14="http://schemas.microsoft.com/office/powerpoint/2010/main" val="100238516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title"/>
          </p:nvPr>
        </p:nvSpPr>
        <p:spPr>
          <a:xfrm>
            <a:off x="395536" y="1290826"/>
            <a:ext cx="8382000" cy="553998"/>
          </a:xfrm>
        </p:spPr>
        <p:txBody>
          <a:bodyPr/>
          <a:lstStyle/>
          <a:p>
            <a:r>
              <a:rPr lang="tr-TR" dirty="0" smtClean="0"/>
              <a:t>Tükürük bezi fonksiyonuna göre oral kuruluk için tercih edilen ilk terapötik yaklaşımlar</a:t>
            </a:r>
            <a:endParaRPr lang="tr-TR" dirty="0"/>
          </a:p>
        </p:txBody>
      </p:sp>
      <p:sp>
        <p:nvSpPr>
          <p:cNvPr id="5" name="Metin Yer Tutucusu 4"/>
          <p:cNvSpPr>
            <a:spLocks noGrp="1"/>
          </p:cNvSpPr>
          <p:nvPr>
            <p:ph sz="half" idx="1"/>
          </p:nvPr>
        </p:nvSpPr>
        <p:spPr>
          <a:xfrm>
            <a:off x="381000" y="3094365"/>
            <a:ext cx="4114800" cy="646331"/>
          </a:xfrm>
        </p:spPr>
        <p:txBody>
          <a:bodyPr/>
          <a:lstStyle/>
          <a:p>
            <a:pPr lvl="0" algn="ctr"/>
            <a:r>
              <a:rPr lang="tr-TR" dirty="0" smtClean="0"/>
              <a:t>Farmakolojik olmayan stimülasyon</a:t>
            </a:r>
            <a:endParaRPr lang="tr-TR" dirty="0"/>
          </a:p>
        </p:txBody>
      </p:sp>
      <p:sp>
        <p:nvSpPr>
          <p:cNvPr id="2" name="İçerik Yer Tutucusu 1"/>
          <p:cNvSpPr>
            <a:spLocks noGrp="1"/>
          </p:cNvSpPr>
          <p:nvPr>
            <p:ph sz="half" idx="2"/>
          </p:nvPr>
        </p:nvSpPr>
        <p:spPr>
          <a:xfrm>
            <a:off x="4648200" y="3094365"/>
            <a:ext cx="4114800" cy="838691"/>
          </a:xfrm>
        </p:spPr>
        <p:txBody>
          <a:bodyPr/>
          <a:lstStyle/>
          <a:p>
            <a:pPr lvl="0" algn="ctr"/>
            <a:r>
              <a:rPr lang="tr-TR" smtClean="0"/>
              <a:t>Farmakolojik stimülasyon </a:t>
            </a:r>
          </a:p>
          <a:p>
            <a:pPr algn="ctr"/>
            <a:endParaRPr lang="tr-TR" dirty="0"/>
          </a:p>
        </p:txBody>
      </p:sp>
    </p:spTree>
    <p:extLst>
      <p:ext uri="{BB962C8B-B14F-4D97-AF65-F5344CB8AC3E}">
        <p14:creationId xmlns:p14="http://schemas.microsoft.com/office/powerpoint/2010/main" val="154720148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aşlık 4"/>
          <p:cNvSpPr>
            <a:spLocks noGrp="1"/>
          </p:cNvSpPr>
          <p:nvPr>
            <p:ph type="title"/>
          </p:nvPr>
        </p:nvSpPr>
        <p:spPr/>
        <p:txBody>
          <a:bodyPr/>
          <a:lstStyle/>
          <a:p>
            <a:endParaRPr lang="tr-TR"/>
          </a:p>
        </p:txBody>
      </p:sp>
      <p:sp>
        <p:nvSpPr>
          <p:cNvPr id="6" name="Metin Yer Tutucusu 5"/>
          <p:cNvSpPr>
            <a:spLocks noGrp="1"/>
          </p:cNvSpPr>
          <p:nvPr>
            <p:ph idx="1"/>
          </p:nvPr>
        </p:nvSpPr>
        <p:spPr/>
        <p:txBody>
          <a:bodyPr/>
          <a:lstStyle/>
          <a:p>
            <a:endParaRPr lang="tr-TR" dirty="0"/>
          </a:p>
        </p:txBody>
      </p:sp>
      <p:pic>
        <p:nvPicPr>
          <p:cNvPr id="7" name="Resim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76"/>
            <a:ext cx="9227414" cy="6512768"/>
          </a:xfrm>
          <a:prstGeom prst="rect">
            <a:avLst/>
          </a:prstGeom>
        </p:spPr>
      </p:pic>
    </p:spTree>
    <p:extLst>
      <p:ext uri="{BB962C8B-B14F-4D97-AF65-F5344CB8AC3E}">
        <p14:creationId xmlns:p14="http://schemas.microsoft.com/office/powerpoint/2010/main" val="349839491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Metin Yer Tutucusu 2"/>
          <p:cNvSpPr>
            <a:spLocks noGrp="1"/>
          </p:cNvSpPr>
          <p:nvPr>
            <p:ph idx="1"/>
          </p:nvPr>
        </p:nvSpPr>
        <p:spPr/>
        <p:txBody>
          <a:bodyPr/>
          <a:lstStyle/>
          <a:p>
            <a:endParaRPr lang="tr-TR"/>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64704"/>
            <a:ext cx="9335533" cy="4320480"/>
          </a:xfrm>
          <a:prstGeom prst="rect">
            <a:avLst/>
          </a:prstGeom>
        </p:spPr>
      </p:pic>
    </p:spTree>
    <p:extLst>
      <p:ext uri="{BB962C8B-B14F-4D97-AF65-F5344CB8AC3E}">
        <p14:creationId xmlns:p14="http://schemas.microsoft.com/office/powerpoint/2010/main" val="405658456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Farmakolojik Olmayan </a:t>
            </a:r>
            <a:r>
              <a:rPr lang="tr-TR" dirty="0" smtClean="0"/>
              <a:t>Stimülasyon</a:t>
            </a:r>
            <a:endParaRPr lang="tr-TR" dirty="0"/>
          </a:p>
        </p:txBody>
      </p:sp>
      <p:sp>
        <p:nvSpPr>
          <p:cNvPr id="3" name="Metin Yer Tutucusu 2"/>
          <p:cNvSpPr>
            <a:spLocks noGrp="1"/>
          </p:cNvSpPr>
          <p:nvPr>
            <p:ph idx="1"/>
          </p:nvPr>
        </p:nvSpPr>
        <p:spPr>
          <a:xfrm>
            <a:off x="381000" y="1411552"/>
            <a:ext cx="8382000" cy="4052391"/>
          </a:xfrm>
        </p:spPr>
        <p:txBody>
          <a:bodyPr/>
          <a:lstStyle/>
          <a:p>
            <a:r>
              <a:rPr lang="tr-TR" dirty="0"/>
              <a:t>Hafif glandüler disfonksiyonu olan hastalarda, tat alma </a:t>
            </a:r>
            <a:r>
              <a:rPr lang="tr-TR" dirty="0" err="1"/>
              <a:t>stimülanları</a:t>
            </a:r>
            <a:r>
              <a:rPr lang="tr-TR" dirty="0"/>
              <a:t> ve/veya mekanik uyarıcılar kullanılarak uygulanan birinci basamak </a:t>
            </a:r>
            <a:r>
              <a:rPr lang="tr-TR" dirty="0" smtClean="0"/>
              <a:t>terapötik </a:t>
            </a:r>
            <a:r>
              <a:rPr lang="tr-TR" dirty="0"/>
              <a:t>yaklaşım olarak farmakolojik olmayan glandüler stimülasyonu önermişlerdir.</a:t>
            </a:r>
          </a:p>
          <a:p>
            <a:r>
              <a:rPr lang="tr-TR" dirty="0"/>
              <a:t>Literatürdeki farmakolojik olmayan müdahaleler değerlendirildiğinde, herhangi bir müdahalenin diğerinden daha etkili olduğuna dair güçlü kanıtlar yoktur, bu müdahaleler sonrasında </a:t>
            </a:r>
            <a:r>
              <a:rPr lang="tr-TR" dirty="0" smtClean="0"/>
              <a:t>sübjektif </a:t>
            </a:r>
            <a:r>
              <a:rPr lang="tr-TR" dirty="0"/>
              <a:t>semptomların az miktarda hafiflediği sonucuna varılmıştır.</a:t>
            </a:r>
          </a:p>
          <a:p>
            <a:endParaRPr lang="tr-TR" dirty="0"/>
          </a:p>
        </p:txBody>
      </p:sp>
    </p:spTree>
    <p:extLst>
      <p:ext uri="{BB962C8B-B14F-4D97-AF65-F5344CB8AC3E}">
        <p14:creationId xmlns:p14="http://schemas.microsoft.com/office/powerpoint/2010/main" val="231490567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Farmakolojik Stimülasyon</a:t>
            </a:r>
          </a:p>
        </p:txBody>
      </p:sp>
      <p:sp>
        <p:nvSpPr>
          <p:cNvPr id="3" name="Metin Yer Tutucusu 2"/>
          <p:cNvSpPr>
            <a:spLocks noGrp="1"/>
          </p:cNvSpPr>
          <p:nvPr>
            <p:ph type="body" sz="quarter" idx="10"/>
          </p:nvPr>
        </p:nvSpPr>
        <p:spPr/>
        <p:txBody>
          <a:bodyPr/>
          <a:lstStyle/>
          <a:p>
            <a:r>
              <a:rPr lang="tr-TR" dirty="0"/>
              <a:t>Orta derecede glandüler disfonksiyonu olan hastalarda muskarinik </a:t>
            </a:r>
            <a:r>
              <a:rPr lang="tr-TR" dirty="0" err="1"/>
              <a:t>agonistler</a:t>
            </a:r>
            <a:r>
              <a:rPr lang="tr-TR" dirty="0"/>
              <a:t> ile farmakolojik stimülasyon düşünülebilir. </a:t>
            </a:r>
            <a:endParaRPr lang="tr-TR" dirty="0" smtClean="0"/>
          </a:p>
          <a:p>
            <a:r>
              <a:rPr lang="tr-TR" dirty="0"/>
              <a:t>1993 kriterlerini karşılayan üç önemli çalışmada görsel analog skala (VAS) ile değerlendirilen ağız kuruluğu ve tükürük akış oranlarında önemli iyileşmeler bildirilmiştir.</a:t>
            </a:r>
          </a:p>
          <a:p>
            <a:endParaRPr lang="tr-TR" dirty="0"/>
          </a:p>
        </p:txBody>
      </p:sp>
    </p:spTree>
    <p:extLst>
      <p:ext uri="{BB962C8B-B14F-4D97-AF65-F5344CB8AC3E}">
        <p14:creationId xmlns:p14="http://schemas.microsoft.com/office/powerpoint/2010/main" val="67211714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Tükürük </a:t>
            </a:r>
            <a:r>
              <a:rPr lang="tr-TR" dirty="0" smtClean="0"/>
              <a:t>Tedavisi</a:t>
            </a:r>
            <a:endParaRPr lang="tr-TR" dirty="0"/>
          </a:p>
        </p:txBody>
      </p:sp>
      <p:sp>
        <p:nvSpPr>
          <p:cNvPr id="3" name="Metin Yer Tutucusu 2"/>
          <p:cNvSpPr>
            <a:spLocks noGrp="1"/>
          </p:cNvSpPr>
          <p:nvPr>
            <p:ph idx="1"/>
          </p:nvPr>
        </p:nvSpPr>
        <p:spPr>
          <a:xfrm>
            <a:off x="381000" y="1411552"/>
            <a:ext cx="8382000" cy="3795911"/>
          </a:xfrm>
        </p:spPr>
        <p:txBody>
          <a:bodyPr/>
          <a:lstStyle/>
          <a:p>
            <a:r>
              <a:rPr lang="tr-TR" dirty="0"/>
              <a:t>Tükürük bezlerinin farmakolojik ya da farmakolojik olmayan müdahalelerle uyarılamadığı ve glandüler fonksiyonu olmayan (şiddetli glandüler disfonksiyon) hastalarda semptomları hafifletmek için </a:t>
            </a:r>
            <a:r>
              <a:rPr lang="tr-TR" dirty="0" smtClean="0"/>
              <a:t>terapötik </a:t>
            </a:r>
            <a:r>
              <a:rPr lang="tr-TR" dirty="0"/>
              <a:t>yaklaşım olarak tükürük ikamesi tercih edilmelidir.</a:t>
            </a:r>
          </a:p>
          <a:p>
            <a:r>
              <a:rPr lang="tr-TR" dirty="0"/>
              <a:t>Yalnızca bir çalışma pSjS-2002 hastalarını değerlendirmiştir ve bazı </a:t>
            </a:r>
            <a:r>
              <a:rPr lang="tr-TR" dirty="0" smtClean="0"/>
              <a:t>sübjektif </a:t>
            </a:r>
            <a:r>
              <a:rPr lang="tr-TR" dirty="0"/>
              <a:t>oral sonuçlarda herhangi bir yan etki bildirilmemesine ve belirgin iyileşmeler bildirilmiş olmasına rağmen, birincil sonuç </a:t>
            </a:r>
            <a:r>
              <a:rPr lang="tr-TR" dirty="0" smtClean="0"/>
              <a:t>açısından </a:t>
            </a:r>
            <a:r>
              <a:rPr lang="tr-TR" dirty="0"/>
              <a:t>istatistiksel olarak anlamlı plasebo farkı bulunmamıştır</a:t>
            </a:r>
            <a:r>
              <a:rPr lang="tr-TR" dirty="0" smtClean="0"/>
              <a:t>.</a:t>
            </a:r>
            <a:endParaRPr lang="tr-TR" dirty="0"/>
          </a:p>
        </p:txBody>
      </p:sp>
    </p:spTree>
    <p:extLst>
      <p:ext uri="{BB962C8B-B14F-4D97-AF65-F5344CB8AC3E}">
        <p14:creationId xmlns:p14="http://schemas.microsoft.com/office/powerpoint/2010/main" val="334944784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Tükürük </a:t>
            </a:r>
            <a:r>
              <a:rPr lang="tr-TR" dirty="0" smtClean="0"/>
              <a:t>Tedavisi</a:t>
            </a:r>
            <a:endParaRPr lang="tr-TR" dirty="0"/>
          </a:p>
        </p:txBody>
      </p:sp>
      <p:sp>
        <p:nvSpPr>
          <p:cNvPr id="3" name="Metin Yer Tutucusu 2"/>
          <p:cNvSpPr>
            <a:spLocks noGrp="1"/>
          </p:cNvSpPr>
          <p:nvPr>
            <p:ph type="body" sz="quarter" idx="10"/>
          </p:nvPr>
        </p:nvSpPr>
        <p:spPr/>
        <p:txBody>
          <a:bodyPr/>
          <a:lstStyle/>
          <a:p>
            <a:r>
              <a:rPr lang="tr-TR" dirty="0" smtClean="0"/>
              <a:t>Tükürük </a:t>
            </a:r>
            <a:r>
              <a:rPr lang="tr-TR" dirty="0"/>
              <a:t>fonksiyonları kısmen daha iyi korunmuş hastalar daha az yoğun olan takviyeleri tercih edebilirler. </a:t>
            </a:r>
          </a:p>
          <a:p>
            <a:r>
              <a:rPr lang="tr-TR" dirty="0" smtClean="0"/>
              <a:t>Tükürük </a:t>
            </a:r>
            <a:r>
              <a:rPr lang="tr-TR" dirty="0"/>
              <a:t>takviyesi kullanılsın veya kullanılmasın tüm hastalarda çürük riskini önlemek açısından nötral </a:t>
            </a:r>
            <a:r>
              <a:rPr lang="tr-TR" dirty="0" err="1"/>
              <a:t>pH</a:t>
            </a:r>
            <a:r>
              <a:rPr lang="tr-TR" dirty="0"/>
              <a:t> sodyum </a:t>
            </a:r>
            <a:r>
              <a:rPr lang="tr-TR" dirty="0" err="1"/>
              <a:t>florid</a:t>
            </a:r>
            <a:r>
              <a:rPr lang="tr-TR" dirty="0"/>
              <a:t> bir jel önerilmelidir. </a:t>
            </a:r>
          </a:p>
        </p:txBody>
      </p:sp>
    </p:spTree>
    <p:extLst>
      <p:ext uri="{BB962C8B-B14F-4D97-AF65-F5344CB8AC3E}">
        <p14:creationId xmlns:p14="http://schemas.microsoft.com/office/powerpoint/2010/main" val="128309622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Göz Kuruluğu</a:t>
            </a:r>
            <a:endParaRPr lang="tr-TR" dirty="0"/>
          </a:p>
        </p:txBody>
      </p:sp>
      <p:sp>
        <p:nvSpPr>
          <p:cNvPr id="3" name="Metin Yer Tutucusu 2"/>
          <p:cNvSpPr>
            <a:spLocks noGrp="1"/>
          </p:cNvSpPr>
          <p:nvPr>
            <p:ph type="body" sz="quarter" idx="10"/>
          </p:nvPr>
        </p:nvSpPr>
        <p:spPr/>
        <p:txBody>
          <a:bodyPr/>
          <a:lstStyle/>
          <a:p>
            <a:r>
              <a:rPr lang="tr-TR" dirty="0"/>
              <a:t>Oküler kuruluğa ilk basamak </a:t>
            </a:r>
            <a:r>
              <a:rPr lang="tr-TR" dirty="0" smtClean="0"/>
              <a:t>terapötik </a:t>
            </a:r>
            <a:r>
              <a:rPr lang="tr-TR" dirty="0"/>
              <a:t>yaklaşım yapay gözyaşları ve oküler jeller/ merhemleri içerir</a:t>
            </a:r>
            <a:r>
              <a:rPr lang="tr-TR" dirty="0" smtClean="0"/>
              <a:t>.</a:t>
            </a:r>
          </a:p>
          <a:p>
            <a:r>
              <a:rPr lang="tr-TR" dirty="0"/>
              <a:t>Oküler kuruluk için ilk sıradaki tedavinin ana bileşenleri, gözyaşına hacim kazandırmak amacıyla </a:t>
            </a:r>
            <a:r>
              <a:rPr lang="tr-TR" dirty="0" err="1"/>
              <a:t>polimerik</a:t>
            </a:r>
            <a:r>
              <a:rPr lang="tr-TR" dirty="0"/>
              <a:t> bir baz veya viskozite maddesi </a:t>
            </a:r>
            <a:r>
              <a:rPr lang="tr-TR" dirty="0" err="1"/>
              <a:t>lubrikantlar</a:t>
            </a:r>
            <a:r>
              <a:rPr lang="tr-TR" dirty="0"/>
              <a:t> olan yapay gözyaşları (AT) ve oküler jeller kullanılarak hacim artırma ve lubrikasyon olmalıdır.</a:t>
            </a:r>
          </a:p>
          <a:p>
            <a:endParaRPr lang="tr-TR" dirty="0"/>
          </a:p>
        </p:txBody>
      </p:sp>
    </p:spTree>
    <p:extLst>
      <p:ext uri="{BB962C8B-B14F-4D97-AF65-F5344CB8AC3E}">
        <p14:creationId xmlns:p14="http://schemas.microsoft.com/office/powerpoint/2010/main" val="3154210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395536" y="290547"/>
            <a:ext cx="8382000" cy="553998"/>
          </a:xfrm>
        </p:spPr>
        <p:txBody>
          <a:bodyPr/>
          <a:lstStyle/>
          <a:p>
            <a:r>
              <a:rPr lang="tr-TR" dirty="0" smtClean="0"/>
              <a:t>Göz Kuruluğu</a:t>
            </a:r>
            <a:endParaRPr lang="tr-TR" dirty="0"/>
          </a:p>
        </p:txBody>
      </p:sp>
      <p:sp>
        <p:nvSpPr>
          <p:cNvPr id="3" name="Metin Yer Tutucusu 2"/>
          <p:cNvSpPr>
            <a:spLocks noGrp="1"/>
          </p:cNvSpPr>
          <p:nvPr>
            <p:ph idx="1"/>
          </p:nvPr>
        </p:nvSpPr>
        <p:spPr>
          <a:xfrm>
            <a:off x="381000" y="1010627"/>
            <a:ext cx="8382000" cy="5370701"/>
          </a:xfrm>
        </p:spPr>
        <p:txBody>
          <a:bodyPr/>
          <a:lstStyle/>
          <a:p>
            <a:r>
              <a:rPr lang="tr-TR" dirty="0"/>
              <a:t>Oküler kuruluk ve / veya anormal oküler test sonuçları ile başvuran tüm </a:t>
            </a:r>
            <a:r>
              <a:rPr lang="tr-TR" dirty="0" err="1"/>
              <a:t>SjS</a:t>
            </a:r>
            <a:r>
              <a:rPr lang="tr-TR" dirty="0"/>
              <a:t> hastalarının, günde en az iki kez </a:t>
            </a:r>
            <a:r>
              <a:rPr lang="tr-TR" dirty="0" smtClean="0"/>
              <a:t>metil selüloz </a:t>
            </a:r>
            <a:r>
              <a:rPr lang="tr-TR" dirty="0"/>
              <a:t>veya </a:t>
            </a:r>
            <a:r>
              <a:rPr lang="tr-TR" dirty="0" smtClean="0"/>
              <a:t>hiyaluronat </a:t>
            </a:r>
            <a:r>
              <a:rPr lang="tr-TR" dirty="0"/>
              <a:t>içeren AT kullanmasını önermişlerdir.</a:t>
            </a:r>
          </a:p>
          <a:p>
            <a:r>
              <a:rPr lang="tr-TR" dirty="0" smtClean="0"/>
              <a:t>Koruyucu </a:t>
            </a:r>
            <a:r>
              <a:rPr lang="tr-TR" dirty="0"/>
              <a:t>içermeyen AT </a:t>
            </a:r>
            <a:r>
              <a:rPr lang="tr-TR" dirty="0" err="1"/>
              <a:t>formülasyonlarının</a:t>
            </a:r>
            <a:r>
              <a:rPr lang="tr-TR" dirty="0"/>
              <a:t> kullanımını esas olarak günde dört veya daha fazla uygulama gerektiren hastalarda önerilmiştir. </a:t>
            </a:r>
          </a:p>
          <a:p>
            <a:r>
              <a:rPr lang="tr-TR" dirty="0" smtClean="0"/>
              <a:t>Oftalmik </a:t>
            </a:r>
            <a:r>
              <a:rPr lang="tr-TR" dirty="0"/>
              <a:t>merhemler AT'den daha yoğundur ve gece boyunca semptomların kontrolünü sağlamak açısından kullanılabilir.</a:t>
            </a:r>
          </a:p>
          <a:p>
            <a:r>
              <a:rPr lang="tr-TR" dirty="0" smtClean="0"/>
              <a:t>Bu </a:t>
            </a:r>
            <a:r>
              <a:rPr lang="tr-TR" dirty="0"/>
              <a:t>merhemler bulanık görmeye neden olduğundan tipik olarak yatmadan önce kullanılırlar ve sabah </a:t>
            </a:r>
            <a:r>
              <a:rPr lang="tr-TR" dirty="0" err="1"/>
              <a:t>blefariti</a:t>
            </a:r>
            <a:r>
              <a:rPr lang="tr-TR" dirty="0"/>
              <a:t> önlemek için titizlikle takip edilmelidirler. </a:t>
            </a:r>
          </a:p>
        </p:txBody>
      </p:sp>
    </p:spTree>
    <p:extLst>
      <p:ext uri="{BB962C8B-B14F-4D97-AF65-F5344CB8AC3E}">
        <p14:creationId xmlns:p14="http://schemas.microsoft.com/office/powerpoint/2010/main" val="142711025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Topikal NSAID'ler / Kortikosteroidler</a:t>
            </a:r>
            <a:endParaRPr lang="tr-TR" dirty="0"/>
          </a:p>
        </p:txBody>
      </p:sp>
      <p:sp>
        <p:nvSpPr>
          <p:cNvPr id="3" name="Metin Yer Tutucusu 2"/>
          <p:cNvSpPr>
            <a:spLocks noGrp="1"/>
          </p:cNvSpPr>
          <p:nvPr>
            <p:ph idx="1"/>
          </p:nvPr>
        </p:nvSpPr>
        <p:spPr>
          <a:xfrm>
            <a:off x="381000" y="1411552"/>
            <a:ext cx="8382000" cy="3441968"/>
          </a:xfrm>
        </p:spPr>
        <p:txBody>
          <a:bodyPr/>
          <a:lstStyle/>
          <a:p>
            <a:r>
              <a:rPr lang="tr-TR" dirty="0" smtClean="0"/>
              <a:t>Topikal </a:t>
            </a:r>
            <a:r>
              <a:rPr lang="tr-TR" dirty="0" err="1" smtClean="0"/>
              <a:t>NSAID'lerin</a:t>
            </a:r>
            <a:r>
              <a:rPr lang="tr-TR" dirty="0" smtClean="0"/>
              <a:t> sürekli kullanımı ile yan etkiler ortaya çıkabileceğinden, topikal oküler steroid olmayan anti inflamatuvar ilaçlar veya kortikosteroidler, oftalmologlar tarafından kısa süreli terapötik bir yaklaşım olarak (maksimum 2-4 hafta) reçete edilebilir.</a:t>
            </a:r>
          </a:p>
          <a:p>
            <a:r>
              <a:rPr lang="tr-TR" dirty="0" smtClean="0"/>
              <a:t>Primer </a:t>
            </a:r>
            <a:r>
              <a:rPr lang="tr-TR" dirty="0" err="1" smtClean="0"/>
              <a:t>SjS</a:t>
            </a:r>
            <a:r>
              <a:rPr lang="tr-TR" dirty="0" smtClean="0"/>
              <a:t> hastalarındaki kanıtlar, topikal </a:t>
            </a:r>
            <a:r>
              <a:rPr lang="tr-TR" dirty="0" err="1" smtClean="0"/>
              <a:t>florometolon</a:t>
            </a:r>
            <a:r>
              <a:rPr lang="tr-TR" dirty="0" smtClean="0"/>
              <a:t> kullananlar ile topikal oküler siklosporin A (</a:t>
            </a:r>
            <a:r>
              <a:rPr lang="tr-TR" dirty="0" err="1" smtClean="0"/>
              <a:t>CyA</a:t>
            </a:r>
            <a:r>
              <a:rPr lang="tr-TR" dirty="0" smtClean="0"/>
              <a:t>) kullananlar karşılaştırıldığında anlamlı bir fark bulamayan küçük bir vaka kontrol çalışması ile sınırlıdır.</a:t>
            </a:r>
          </a:p>
        </p:txBody>
      </p:sp>
    </p:spTree>
    <p:extLst>
      <p:ext uri="{BB962C8B-B14F-4D97-AF65-F5344CB8AC3E}">
        <p14:creationId xmlns:p14="http://schemas.microsoft.com/office/powerpoint/2010/main" val="3628182319"/>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Topikal </a:t>
            </a:r>
            <a:r>
              <a:rPr lang="tr-TR" dirty="0" smtClean="0"/>
              <a:t>Siklosporin (</a:t>
            </a:r>
            <a:r>
              <a:rPr lang="tr-TR" dirty="0" err="1" smtClean="0"/>
              <a:t>CyA</a:t>
            </a:r>
            <a:r>
              <a:rPr lang="tr-TR" dirty="0" smtClean="0"/>
              <a:t>)</a:t>
            </a:r>
            <a:endParaRPr lang="tr-TR" dirty="0"/>
          </a:p>
        </p:txBody>
      </p:sp>
      <p:sp>
        <p:nvSpPr>
          <p:cNvPr id="3" name="Metin Yer Tutucusu 2"/>
          <p:cNvSpPr>
            <a:spLocks noGrp="1"/>
          </p:cNvSpPr>
          <p:nvPr>
            <p:ph idx="1"/>
          </p:nvPr>
        </p:nvSpPr>
        <p:spPr>
          <a:xfrm>
            <a:off x="381000" y="1411552"/>
            <a:ext cx="8382000" cy="4052391"/>
          </a:xfrm>
        </p:spPr>
        <p:txBody>
          <a:bodyPr/>
          <a:lstStyle/>
          <a:p>
            <a:r>
              <a:rPr lang="tr-TR" dirty="0"/>
              <a:t>Aralık 2002’de, %0.05 </a:t>
            </a:r>
            <a:r>
              <a:rPr lang="tr-TR" dirty="0" err="1"/>
              <a:t>CyA</a:t>
            </a:r>
            <a:r>
              <a:rPr lang="tr-TR" dirty="0"/>
              <a:t> içeren oftalmik bir </a:t>
            </a:r>
            <a:r>
              <a:rPr lang="tr-TR" dirty="0" err="1"/>
              <a:t>formülasyon</a:t>
            </a:r>
            <a:r>
              <a:rPr lang="tr-TR" dirty="0"/>
              <a:t>, </a:t>
            </a:r>
            <a:r>
              <a:rPr lang="tr-TR" dirty="0" err="1"/>
              <a:t>keratokonjonktivit</a:t>
            </a:r>
            <a:r>
              <a:rPr lang="tr-TR" dirty="0"/>
              <a:t> </a:t>
            </a:r>
            <a:r>
              <a:rPr lang="tr-TR" dirty="0" err="1"/>
              <a:t>sicca</a:t>
            </a:r>
            <a:r>
              <a:rPr lang="tr-TR" dirty="0"/>
              <a:t> hastaları da dahil olmak üzere iki </a:t>
            </a:r>
            <a:r>
              <a:rPr lang="tr-TR" dirty="0" err="1"/>
              <a:t>RCT'nin</a:t>
            </a:r>
            <a:r>
              <a:rPr lang="tr-TR" dirty="0"/>
              <a:t> sonuçlarına dayanarak ABD'de kuru göz hastalığını tedavi etmek açısından FDA tarafından onaylanmıştır. </a:t>
            </a:r>
          </a:p>
          <a:p>
            <a:r>
              <a:rPr lang="tr-TR" dirty="0"/>
              <a:t>Topikal </a:t>
            </a:r>
            <a:r>
              <a:rPr lang="tr-TR" dirty="0" err="1"/>
              <a:t>florometolona</a:t>
            </a:r>
            <a:r>
              <a:rPr lang="tr-TR" dirty="0"/>
              <a:t> kıyasla anlamlı bir farklılık bildirilmemiştir, bu da </a:t>
            </a:r>
            <a:r>
              <a:rPr lang="tr-TR" dirty="0" err="1"/>
              <a:t>CyA</a:t>
            </a:r>
            <a:r>
              <a:rPr lang="tr-TR" dirty="0"/>
              <a:t> alan hastalarda orta ila şiddetli geçici yanma hissi sıklığının daha yüksek olduğunu gösterir.</a:t>
            </a:r>
          </a:p>
          <a:p>
            <a:r>
              <a:rPr lang="tr-TR" dirty="0"/>
              <a:t>Oftalmologlar, tekrarlayan glukokortikoid gözyaşı damlası kürleri gerektiren refrakter veya şiddetli oküler kuruluk olan hastalarda oküler </a:t>
            </a:r>
            <a:r>
              <a:rPr lang="tr-TR" dirty="0" err="1"/>
              <a:t>CyA</a:t>
            </a:r>
            <a:r>
              <a:rPr lang="tr-TR" dirty="0"/>
              <a:t> damlalarının kullanımını düşünebilir</a:t>
            </a:r>
            <a:r>
              <a:rPr lang="tr-TR" dirty="0" smtClean="0"/>
              <a:t>.</a:t>
            </a:r>
            <a:endParaRPr lang="tr-TR" dirty="0"/>
          </a:p>
        </p:txBody>
      </p:sp>
    </p:spTree>
    <p:extLst>
      <p:ext uri="{BB962C8B-B14F-4D97-AF65-F5344CB8AC3E}">
        <p14:creationId xmlns:p14="http://schemas.microsoft.com/office/powerpoint/2010/main" val="2678699716"/>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Serum gözyaşı damlaları</a:t>
            </a:r>
          </a:p>
        </p:txBody>
      </p:sp>
      <p:sp>
        <p:nvSpPr>
          <p:cNvPr id="3" name="Metin Yer Tutucusu 2"/>
          <p:cNvSpPr>
            <a:spLocks noGrp="1"/>
          </p:cNvSpPr>
          <p:nvPr>
            <p:ph idx="1"/>
          </p:nvPr>
        </p:nvSpPr>
        <p:spPr>
          <a:xfrm>
            <a:off x="381000" y="1411552"/>
            <a:ext cx="8382000" cy="4052391"/>
          </a:xfrm>
        </p:spPr>
        <p:txBody>
          <a:bodyPr/>
          <a:lstStyle/>
          <a:p>
            <a:r>
              <a:rPr lang="tr-TR" dirty="0" err="1"/>
              <a:t>SjS</a:t>
            </a:r>
            <a:r>
              <a:rPr lang="tr-TR" dirty="0"/>
              <a:t> hastalarında, küçük kontrolsüz çalışmalarda </a:t>
            </a:r>
            <a:r>
              <a:rPr lang="tr-TR" dirty="0" err="1"/>
              <a:t>otolog</a:t>
            </a:r>
            <a:r>
              <a:rPr lang="tr-TR" dirty="0"/>
              <a:t> veya allojenik serumun rolü test edilmiş ve fayda açısından bir süreklilik bulunamamıştır. </a:t>
            </a:r>
          </a:p>
          <a:p>
            <a:r>
              <a:rPr lang="tr-TR" dirty="0"/>
              <a:t>Kuru göz sendromu için serum gözyaşı damlası kullanımına ilişkin yeni bir Cochrane derlemesinde, 2 haftalık tedaviden sonra istatistiksel olarak anlamlı bir sonuç olmasa da semptomlar açısından olası yararlar bildirilmiştir.</a:t>
            </a:r>
          </a:p>
          <a:p>
            <a:r>
              <a:rPr lang="tr-TR" dirty="0"/>
              <a:t>Yanıt vermeyen veya topikal </a:t>
            </a:r>
            <a:r>
              <a:rPr lang="tr-TR" dirty="0" err="1"/>
              <a:t>CyA</a:t>
            </a:r>
            <a:r>
              <a:rPr lang="tr-TR" dirty="0"/>
              <a:t> gözyaşı damlalarına karşı toleranssız olan hastalarda serum gözyaşı damlalarının denenmesini önerilmiştir</a:t>
            </a:r>
            <a:r>
              <a:rPr lang="tr-TR" dirty="0" smtClean="0"/>
              <a:t>.</a:t>
            </a:r>
            <a:endParaRPr lang="tr-TR" dirty="0"/>
          </a:p>
        </p:txBody>
      </p:sp>
    </p:spTree>
    <p:extLst>
      <p:ext uri="{BB962C8B-B14F-4D97-AF65-F5344CB8AC3E}">
        <p14:creationId xmlns:p14="http://schemas.microsoft.com/office/powerpoint/2010/main" val="319832388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Tedavi Yöntemleri</a:t>
            </a:r>
            <a:endParaRPr lang="tr-TR" dirty="0"/>
          </a:p>
        </p:txBody>
      </p:sp>
      <p:sp>
        <p:nvSpPr>
          <p:cNvPr id="3" name="Metin Yer Tutucusu 2"/>
          <p:cNvSpPr>
            <a:spLocks noGrp="1"/>
          </p:cNvSpPr>
          <p:nvPr>
            <p:ph idx="1"/>
          </p:nvPr>
        </p:nvSpPr>
        <p:spPr>
          <a:xfrm>
            <a:off x="381000" y="1411552"/>
            <a:ext cx="8382000" cy="4052391"/>
          </a:xfrm>
        </p:spPr>
        <p:txBody>
          <a:bodyPr/>
          <a:lstStyle/>
          <a:p>
            <a:r>
              <a:rPr lang="tr-TR" dirty="0" smtClean="0"/>
              <a:t>Kuru göz sendromu için tıkaçların kullanımını gözden geçiren yeni bir Cochrane derleme, kanıtların çok sınırlı olduğunu bulmuş ve sübjektif/objektif oküler sonuçlarda iyileşmelerin yetersiz olduğu sonucuna varmıştır. </a:t>
            </a:r>
          </a:p>
          <a:p>
            <a:r>
              <a:rPr lang="tr-TR" dirty="0" smtClean="0"/>
              <a:t>Sistemik tedavilerle ilgili olarak, oral muskarinik </a:t>
            </a:r>
            <a:r>
              <a:rPr lang="tr-TR" dirty="0" err="1" smtClean="0"/>
              <a:t>agonistlerin</a:t>
            </a:r>
            <a:r>
              <a:rPr lang="tr-TR" dirty="0" smtClean="0"/>
              <a:t> sübjektif oküler sonuçların iyileştirilmesinde rol oynadığı düşünülebilir.</a:t>
            </a:r>
          </a:p>
          <a:p>
            <a:r>
              <a:rPr lang="tr-TR" dirty="0" smtClean="0"/>
              <a:t>Derleme sonuçlarına göre, oküler kuruluk tedavisi için hidroksiklorokin, immünosüpresif ajanlar veya </a:t>
            </a:r>
            <a:r>
              <a:rPr lang="tr-TR" dirty="0" err="1" smtClean="0"/>
              <a:t>rituksimab</a:t>
            </a:r>
            <a:r>
              <a:rPr lang="tr-TR" dirty="0" smtClean="0"/>
              <a:t> kullanılmasını önermemektedirler.</a:t>
            </a:r>
            <a:endParaRPr lang="tr-TR" dirty="0"/>
          </a:p>
        </p:txBody>
      </p:sp>
    </p:spTree>
    <p:extLst>
      <p:ext uri="{BB962C8B-B14F-4D97-AF65-F5344CB8AC3E}">
        <p14:creationId xmlns:p14="http://schemas.microsoft.com/office/powerpoint/2010/main" val="2106929344"/>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Metin Yer Tutucusu 2"/>
          <p:cNvSpPr>
            <a:spLocks noGrp="1"/>
          </p:cNvSpPr>
          <p:nvPr>
            <p:ph idx="1"/>
          </p:nvPr>
        </p:nvSpPr>
        <p:spPr/>
        <p:txBody>
          <a:bodyPr/>
          <a:lstStyle/>
          <a:p>
            <a:endParaRPr lang="tr-TR" dirty="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0"/>
            <a:ext cx="7056784" cy="6880679"/>
          </a:xfrm>
          <a:prstGeom prst="rect">
            <a:avLst/>
          </a:prstGeom>
        </p:spPr>
      </p:pic>
    </p:spTree>
    <p:extLst>
      <p:ext uri="{BB962C8B-B14F-4D97-AF65-F5344CB8AC3E}">
        <p14:creationId xmlns:p14="http://schemas.microsoft.com/office/powerpoint/2010/main" val="4130101213"/>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Metin Yer Tutucusu 2"/>
          <p:cNvSpPr>
            <a:spLocks noGrp="1"/>
          </p:cNvSpPr>
          <p:nvPr>
            <p:ph idx="1"/>
          </p:nvPr>
        </p:nvSpPr>
        <p:spPr/>
        <p:txBody>
          <a:bodyPr/>
          <a:lstStyle/>
          <a:p>
            <a:endParaRPr lang="tr-TR" dirty="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8680"/>
            <a:ext cx="9186848" cy="5328592"/>
          </a:xfrm>
          <a:prstGeom prst="rect">
            <a:avLst/>
          </a:prstGeom>
        </p:spPr>
      </p:pic>
    </p:spTree>
    <p:extLst>
      <p:ext uri="{BB962C8B-B14F-4D97-AF65-F5344CB8AC3E}">
        <p14:creationId xmlns:p14="http://schemas.microsoft.com/office/powerpoint/2010/main" val="280621913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Metin Yer Tutucusu 2"/>
          <p:cNvSpPr>
            <a:spLocks noGrp="1"/>
          </p:cNvSpPr>
          <p:nvPr>
            <p:ph idx="1"/>
          </p:nvPr>
        </p:nvSpPr>
        <p:spPr/>
        <p:txBody>
          <a:bodyPr/>
          <a:lstStyle/>
          <a:p>
            <a:endParaRPr lang="tr-TR" dirty="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72374"/>
            <a:ext cx="9186848" cy="4881204"/>
          </a:xfrm>
          <a:prstGeom prst="rect">
            <a:avLst/>
          </a:prstGeom>
        </p:spPr>
      </p:pic>
    </p:spTree>
    <p:extLst>
      <p:ext uri="{BB962C8B-B14F-4D97-AF65-F5344CB8AC3E}">
        <p14:creationId xmlns:p14="http://schemas.microsoft.com/office/powerpoint/2010/main" val="2520761478"/>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Metin Yer Tutucusu 2"/>
          <p:cNvSpPr>
            <a:spLocks noGrp="1"/>
          </p:cNvSpPr>
          <p:nvPr>
            <p:ph idx="1"/>
          </p:nvPr>
        </p:nvSpPr>
        <p:spPr/>
        <p:txBody>
          <a:bodyPr/>
          <a:lstStyle/>
          <a:p>
            <a:endParaRPr lang="tr-TR" dirty="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2" y="548680"/>
            <a:ext cx="9184880" cy="5472608"/>
          </a:xfrm>
          <a:prstGeom prst="rect">
            <a:avLst/>
          </a:prstGeom>
        </p:spPr>
      </p:pic>
    </p:spTree>
    <p:extLst>
      <p:ext uri="{BB962C8B-B14F-4D97-AF65-F5344CB8AC3E}">
        <p14:creationId xmlns:p14="http://schemas.microsoft.com/office/powerpoint/2010/main" val="2780601267"/>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Metin Yer Tutucusu 2"/>
          <p:cNvSpPr>
            <a:spLocks noGrp="1"/>
          </p:cNvSpPr>
          <p:nvPr>
            <p:ph idx="1"/>
          </p:nvPr>
        </p:nvSpPr>
        <p:spPr/>
        <p:txBody>
          <a:bodyPr/>
          <a:lstStyle/>
          <a:p>
            <a:endParaRPr lang="tr-TR" dirty="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2" y="819093"/>
            <a:ext cx="9184880" cy="4931782"/>
          </a:xfrm>
          <a:prstGeom prst="rect">
            <a:avLst/>
          </a:prstGeom>
        </p:spPr>
      </p:pic>
    </p:spTree>
    <p:extLst>
      <p:ext uri="{BB962C8B-B14F-4D97-AF65-F5344CB8AC3E}">
        <p14:creationId xmlns:p14="http://schemas.microsoft.com/office/powerpoint/2010/main" val="96993484"/>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Metin Yer Tutucusu 2"/>
          <p:cNvSpPr>
            <a:spLocks noGrp="1"/>
          </p:cNvSpPr>
          <p:nvPr>
            <p:ph idx="1"/>
          </p:nvPr>
        </p:nvSpPr>
        <p:spPr/>
        <p:txBody>
          <a:bodyPr/>
          <a:lstStyle/>
          <a:p>
            <a:endParaRPr lang="tr-TR" dirty="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76672"/>
            <a:ext cx="9147895" cy="5472608"/>
          </a:xfrm>
          <a:prstGeom prst="rect">
            <a:avLst/>
          </a:prstGeom>
        </p:spPr>
      </p:pic>
    </p:spTree>
    <p:extLst>
      <p:ext uri="{BB962C8B-B14F-4D97-AF65-F5344CB8AC3E}">
        <p14:creationId xmlns:p14="http://schemas.microsoft.com/office/powerpoint/2010/main" val="2124159635"/>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Metin Yer Tutucusu 2"/>
          <p:cNvSpPr>
            <a:spLocks noGrp="1"/>
          </p:cNvSpPr>
          <p:nvPr>
            <p:ph idx="1"/>
          </p:nvPr>
        </p:nvSpPr>
        <p:spPr/>
        <p:txBody>
          <a:bodyPr/>
          <a:lstStyle/>
          <a:p>
            <a:endParaRPr lang="tr-TR" dirty="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70251"/>
            <a:ext cx="9147895" cy="5285450"/>
          </a:xfrm>
          <a:prstGeom prst="rect">
            <a:avLst/>
          </a:prstGeom>
        </p:spPr>
      </p:pic>
    </p:spTree>
    <p:extLst>
      <p:ext uri="{BB962C8B-B14F-4D97-AF65-F5344CB8AC3E}">
        <p14:creationId xmlns:p14="http://schemas.microsoft.com/office/powerpoint/2010/main" val="2838222765"/>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Metin Yer Tutucusu 2"/>
          <p:cNvSpPr>
            <a:spLocks noGrp="1"/>
          </p:cNvSpPr>
          <p:nvPr>
            <p:ph idx="1"/>
          </p:nvPr>
        </p:nvSpPr>
        <p:spPr/>
        <p:txBody>
          <a:bodyPr/>
          <a:lstStyle/>
          <a:p>
            <a:endParaRPr lang="tr-TR" dirty="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16024"/>
            <a:ext cx="9242973" cy="6237312"/>
          </a:xfrm>
          <a:prstGeom prst="rect">
            <a:avLst/>
          </a:prstGeom>
        </p:spPr>
      </p:pic>
    </p:spTree>
    <p:extLst>
      <p:ext uri="{BB962C8B-B14F-4D97-AF65-F5344CB8AC3E}">
        <p14:creationId xmlns:p14="http://schemas.microsoft.com/office/powerpoint/2010/main" val="2271837245"/>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Metin Yer Tutucusu 2"/>
          <p:cNvSpPr>
            <a:spLocks noGrp="1"/>
          </p:cNvSpPr>
          <p:nvPr>
            <p:ph idx="1"/>
          </p:nvPr>
        </p:nvSpPr>
        <p:spPr/>
        <p:txBody>
          <a:bodyPr/>
          <a:lstStyle/>
          <a:p>
            <a:endParaRPr lang="tr-TR" dirty="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12" y="-23614"/>
            <a:ext cx="9156834" cy="6938110"/>
          </a:xfrm>
          <a:prstGeom prst="rect">
            <a:avLst/>
          </a:prstGeom>
        </p:spPr>
      </p:pic>
    </p:spTree>
    <p:extLst>
      <p:ext uri="{BB962C8B-B14F-4D97-AF65-F5344CB8AC3E}">
        <p14:creationId xmlns:p14="http://schemas.microsoft.com/office/powerpoint/2010/main" val="1549740478"/>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ctrTitle"/>
          </p:nvPr>
        </p:nvSpPr>
        <p:spPr/>
        <p:txBody>
          <a:bodyPr/>
          <a:lstStyle/>
          <a:p>
            <a:endParaRPr lang="tr-TR"/>
          </a:p>
        </p:txBody>
      </p:sp>
      <p:sp>
        <p:nvSpPr>
          <p:cNvPr id="5" name="Metin Yer Tutucusu 4"/>
          <p:cNvSpPr>
            <a:spLocks noGrp="1"/>
          </p:cNvSpPr>
          <p:nvPr>
            <p:ph type="body" sz="quarter" idx="10"/>
          </p:nvPr>
        </p:nvSpPr>
        <p:spPr/>
        <p:txBody>
          <a:bodyPr/>
          <a:lstStyle/>
          <a:p>
            <a:endParaRPr lang="tr-TR"/>
          </a:p>
        </p:txBody>
      </p:sp>
    </p:spTree>
    <p:extLst>
      <p:ext uri="{BB962C8B-B14F-4D97-AF65-F5344CB8AC3E}">
        <p14:creationId xmlns:p14="http://schemas.microsoft.com/office/powerpoint/2010/main" val="838311202"/>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5937427"/>
      </p:ext>
    </p:extLst>
  </p:cSld>
  <p:clrMapOvr>
    <a:masterClrMapping/>
  </p:clrMapOvr>
  <p:transition>
    <p:fade/>
  </p:transition>
</p:sld>
</file>

<file path=ppt/theme/theme1.xml><?xml version="1.0" encoding="utf-8"?>
<a:theme xmlns:a="http://schemas.openxmlformats.org/drawingml/2006/main" name="ender.DL.2019">
  <a:themeElements>
    <a:clrScheme name="Blue Template-Template">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labalık">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docProps/app.xml><?xml version="1.0" encoding="utf-8"?>
<Properties xmlns="http://schemas.openxmlformats.org/officeDocument/2006/extended-properties" xmlns:vt="http://schemas.openxmlformats.org/officeDocument/2006/docPropsVTypes">
  <Template>ender.PDF</Template>
  <TotalTime>101</TotalTime>
  <Words>930</Words>
  <Application>Microsoft Office PowerPoint</Application>
  <PresentationFormat>Ekran Gösterisi (4:3)</PresentationFormat>
  <Paragraphs>71</Paragraphs>
  <Slides>34</Slides>
  <Notes>0</Notes>
  <HiddenSlides>0</HiddenSlides>
  <MMClips>0</MMClips>
  <ScaleCrop>false</ScaleCrop>
  <HeadingPairs>
    <vt:vector size="4" baseType="variant">
      <vt:variant>
        <vt:lpstr>Tema</vt:lpstr>
      </vt:variant>
      <vt:variant>
        <vt:i4>1</vt:i4>
      </vt:variant>
      <vt:variant>
        <vt:lpstr>Slayt Başlıkları</vt:lpstr>
      </vt:variant>
      <vt:variant>
        <vt:i4>34</vt:i4>
      </vt:variant>
    </vt:vector>
  </HeadingPairs>
  <TitlesOfParts>
    <vt:vector size="35" baseType="lpstr">
      <vt:lpstr>ender.DL.2019</vt:lpstr>
      <vt:lpstr>2019 EULAR  Sjögren Sendromu Topikal ve Sistemik İlaçlarla Tedavi Önerileri</vt:lpstr>
      <vt:lpstr>PowerPoint Sunusu</vt:lpstr>
      <vt:lpstr>Özet</vt:lpstr>
      <vt:lpstr>Özet</vt:lpstr>
      <vt:lpstr>Konsensus basamakları</vt:lpstr>
      <vt:lpstr>PowerPoint Sunusu</vt:lpstr>
      <vt:lpstr>Ağız Kuruluğunun Tedavisi</vt:lpstr>
      <vt:lpstr>Ağız Kuruluğunun Tedavisi</vt:lpstr>
      <vt:lpstr>Aktif sistemik hastalığın tedavisi için sistemik tedaviler düşünülebilir.</vt:lpstr>
      <vt:lpstr>Ağız kuruluğu tedavisine başlamadan önce tükürük bezi fonksiyonunun ​ değerlendirilmesi önerilir. </vt:lpstr>
      <vt:lpstr>Tükürük bezi fonksiyonuna göre oral kuruluk için tercih edilen ilk terapötik yaklaşımlar</vt:lpstr>
      <vt:lpstr>PowerPoint Sunusu</vt:lpstr>
      <vt:lpstr>PowerPoint Sunusu</vt:lpstr>
      <vt:lpstr>Farmakolojik Olmayan Stimülasyon</vt:lpstr>
      <vt:lpstr>Farmakolojik Stimülasyon</vt:lpstr>
      <vt:lpstr>Tükürük Tedavisi</vt:lpstr>
      <vt:lpstr>Tükürük Tedavisi</vt:lpstr>
      <vt:lpstr>Göz Kuruluğu</vt:lpstr>
      <vt:lpstr>Göz Kuruluğu</vt:lpstr>
      <vt:lpstr>Topikal NSAID'ler / Kortikosteroidler</vt:lpstr>
      <vt:lpstr>Topikal Siklosporin (CyA)</vt:lpstr>
      <vt:lpstr>Serum gözyaşı damlaları</vt:lpstr>
      <vt:lpstr>Tedavi Yöntemleri</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2019 Sjögren Sendromu Topikal ve Sistemik İlaçlarla Tedavi Önerileri</dc:title>
  <dc:creator>Dr. Sercan Gücenmez</dc:creator>
  <cp:keywords>www.ftronline.com</cp:keywords>
  <cp:lastModifiedBy>Dr.Ender Salbaş</cp:lastModifiedBy>
  <cp:revision>13</cp:revision>
  <dcterms:created xsi:type="dcterms:W3CDTF">2020-05-21T10:11:40Z</dcterms:created>
  <dcterms:modified xsi:type="dcterms:W3CDTF">2020-06-11T05:35:10Z</dcterms:modified>
  <cp:category>2020 Mayıs Literatür</cp:category>
</cp:coreProperties>
</file>